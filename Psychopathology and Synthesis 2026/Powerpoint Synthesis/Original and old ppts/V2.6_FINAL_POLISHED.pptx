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3289" autoAdjust="0"/>
  </p:normalViewPr>
  <p:slideViewPr>
    <p:cSldViewPr snapToGrid="0" snapToObjects="1">
      <p:cViewPr varScale="1">
        <p:scale>
          <a:sx n="50" d="100"/>
          <a:sy n="50" d="100"/>
        </p:scale>
        <p:origin x="2100" y="2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856243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 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Aim: reduce fear, build thinking confidence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Name anxiety early</a:t>
            </a:r>
          </a:p>
          <a:p>
            <a:r>
              <a:t>Say: 'We’re learning to think, not to get it right'</a:t>
            </a:r>
          </a:p>
          <a:p>
            <a:r>
              <a:t>Slow pace deliberately</a:t>
            </a:r>
          </a:p>
          <a:p>
            <a:r>
              <a:t>Invite curiosity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Use to introduce disidentification</a:t>
            </a:r>
          </a:p>
          <a:p>
            <a:r>
              <a:t>Link to not merging with client distress</a:t>
            </a:r>
          </a:p>
          <a:p>
            <a:r>
              <a:t>Keep it grounded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Give GP/referral example</a:t>
            </a:r>
          </a:p>
          <a:p>
            <a:r>
              <a:t>Balance rejection vs overuse</a:t>
            </a:r>
          </a:p>
          <a:p>
            <a:r>
              <a:t>Keep practical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Give quiet vs loud example</a:t>
            </a:r>
          </a:p>
          <a:p>
            <a:r>
              <a:t>Prep for case work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Read slowly</a:t>
            </a:r>
          </a:p>
          <a:p>
            <a:r>
              <a:t>Let silence sit</a:t>
            </a:r>
          </a:p>
          <a:p>
            <a:r>
              <a:t>Observe reactions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Push differentiation</a:t>
            </a:r>
          </a:p>
          <a:p>
            <a:r>
              <a:t>Avoid quick reassurance</a:t>
            </a:r>
          </a:p>
          <a:p>
            <a:r>
              <a:t>Bring back to safety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simply</a:t>
            </a:r>
          </a:p>
          <a:p>
            <a:r>
              <a:t>Do not romanticise</a:t>
            </a:r>
          </a:p>
          <a:p>
            <a:r>
              <a:t>Anchor in containment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Balance Nelson</a:t>
            </a:r>
          </a:p>
          <a:p>
            <a:r>
              <a:t>Bring in environment</a:t>
            </a:r>
          </a:p>
          <a:p>
            <a:r>
              <a:t>Keep clinical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Aim: neurodiversity clarity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Challenge bias</a:t>
            </a:r>
          </a:p>
          <a:p>
            <a:r>
              <a:t>Use real examples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Reframe thinking</a:t>
            </a:r>
          </a:p>
          <a:p>
            <a:r>
              <a:t>Link to multiplicity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Hold ambiguity</a:t>
            </a:r>
          </a:p>
          <a:p>
            <a:r>
              <a:t>Don’t rush diagnosis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Push beyond labels</a:t>
            </a:r>
          </a:p>
          <a:p>
            <a:r>
              <a:t>Highlight systemic factors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Aim: trauma + safety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Keep simple</a:t>
            </a:r>
          </a:p>
          <a:p>
            <a:r>
              <a:t>Use felt sense examples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Anchor somatic reality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Let tension build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Force decisions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Drop mid-discussion</a:t>
            </a:r>
          </a:p>
          <a:p>
            <a:r>
              <a:t>Watch shift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Aim: responsibility + integration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Let dilemma land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Push specifics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Link to containment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Start gently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Increase complexity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Hold tension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Integrate learning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Slow ending</a:t>
            </a:r>
          </a:p>
          <a:p>
            <a:r>
              <a:t>Affirm growth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Psychopathology and Synthesis V2.6 – Final Teaching Polish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DAY 1 – AM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Opening Frame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You don’t need to diagnose</a:t>
            </a:r>
          </a:p>
          <a:p>
            <a:r>
              <a:t>You need to notice and respond</a:t>
            </a:r>
          </a:p>
          <a:p>
            <a:r>
              <a:t>Uncertainty is part of the 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Quote – Assagioli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“We are dominated by everything with which we identify.”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Psychopathology Is For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Shared language</a:t>
            </a:r>
          </a:p>
          <a:p>
            <a:r>
              <a:t>Supports communication</a:t>
            </a:r>
          </a:p>
          <a:p>
            <a:r>
              <a:t>Supports safe decisions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Risk Reframed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Risk is dynamic</a:t>
            </a:r>
          </a:p>
          <a:p>
            <a:r>
              <a:t>Risk is relational</a:t>
            </a:r>
          </a:p>
          <a:p>
            <a:r>
              <a:t>Intensity ≠ danger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Risk Case Study: ‘Terri’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Postpartum disorientation</a:t>
            </a:r>
          </a:p>
          <a:p>
            <a:r>
              <a:t>Unreality of baby</a:t>
            </a:r>
          </a:p>
          <a:p>
            <a:r>
              <a:t>Sleep deprivation</a:t>
            </a:r>
          </a:p>
          <a:p>
            <a:r>
              <a:t>Fear of losing control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Task – ‘Terri’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What is happening?</a:t>
            </a:r>
          </a:p>
          <a:p>
            <a:r>
              <a:t>What concerns you?</a:t>
            </a:r>
          </a:p>
          <a:p>
            <a:r>
              <a:t>What do you do first?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Teaching – Nelson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Fragmentation</a:t>
            </a:r>
          </a:p>
          <a:p>
            <a:r>
              <a:t>Porous boundaries</a:t>
            </a:r>
          </a:p>
          <a:p>
            <a:r>
              <a:t>Overwhelmed psyche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Teaching – Sonja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Context matters</a:t>
            </a:r>
          </a:p>
          <a:p>
            <a:r>
              <a:t>Avoid hierarchy</a:t>
            </a:r>
          </a:p>
          <a:p>
            <a:r>
              <a:t>Integration vs overwhelm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DAY 1 – PM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Neurodiversity Frame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Difference not deficit</a:t>
            </a:r>
          </a:p>
          <a:p>
            <a:r>
              <a:t>Masking</a:t>
            </a:r>
          </a:p>
          <a:p>
            <a:r>
              <a:t>Sensory overwhelm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Quote – Nick Walker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“Neurodiversity is a natural and valuable form of human diversity.”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Neurodiversity Case Study: ‘Ousmane’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Single parent stress</a:t>
            </a:r>
          </a:p>
          <a:p>
            <a:r>
              <a:t>Executive difficulty</a:t>
            </a:r>
          </a:p>
          <a:p>
            <a:r>
              <a:t>Possible AuDHD</a:t>
            </a:r>
          </a:p>
          <a:p>
            <a:r>
              <a:t>Financial pressure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Task – ‘Ousmane’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What is misread?</a:t>
            </a:r>
          </a:p>
          <a:p>
            <a:r>
              <a:t>What is adaptation?</a:t>
            </a:r>
          </a:p>
          <a:p>
            <a:r>
              <a:t>What is real risk?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DAY 2 – AM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Trauma Frame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Body-based</a:t>
            </a:r>
          </a:p>
          <a:p>
            <a:r>
              <a:t>Window of tolerance</a:t>
            </a:r>
          </a:p>
          <a:p>
            <a:r>
              <a:t>Destabilisation risk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Quote – van der Kolk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“The body keeps the score.”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Trauma Scenario: ‘Emily’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Self-harm</a:t>
            </a:r>
          </a:p>
          <a:p>
            <a:r>
              <a:t>Dissociation</a:t>
            </a:r>
          </a:p>
          <a:p>
            <a:r>
              <a:t>Family conflict</a:t>
            </a:r>
          </a:p>
          <a:p>
            <a:r>
              <a:t>Ambivalence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Task – ‘Emily’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What concerns you?</a:t>
            </a:r>
          </a:p>
          <a:p>
            <a:r>
              <a:t>What next?</a:t>
            </a:r>
          </a:p>
          <a:p>
            <a:r>
              <a:t>Escalate or continue?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NEW INFORMATION – ‘Emily’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Missed session</a:t>
            </a:r>
          </a:p>
          <a:p>
            <a:r>
              <a:t>Increased dissociation</a:t>
            </a:r>
          </a:p>
          <a:p>
            <a:r>
              <a:t>Isolation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DAY 2 – PM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Risk Case Study: ‘David’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Stockpiling meds</a:t>
            </a:r>
          </a:p>
          <a:p>
            <a:r>
              <a:t>High stress</a:t>
            </a:r>
          </a:p>
          <a:p>
            <a:r>
              <a:t>Trauma history</a:t>
            </a:r>
          </a:p>
          <a:p>
            <a:r>
              <a:t>Isolation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Task – ‘David’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Continue or escalate?</a:t>
            </a:r>
          </a:p>
          <a:p>
            <a:r>
              <a:t>What action?</a:t>
            </a:r>
          </a:p>
          <a:p>
            <a:r>
              <a:t>What record?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Quote – Judith Herman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“Recovery can take place only within the context of relationships.”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Integration Case Study: ‘Michael’ – Stage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Grief</a:t>
            </a:r>
          </a:p>
          <a:p>
            <a:r>
              <a:t>Isolation</a:t>
            </a:r>
          </a:p>
          <a:p>
            <a:r>
              <a:t>Possible ND</a:t>
            </a:r>
          </a:p>
          <a:p>
            <a:r>
              <a:t>Relational distance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Stage 2 – ‘Michael’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Withdrawal</a:t>
            </a:r>
          </a:p>
          <a:p>
            <a:r>
              <a:t>Family tension</a:t>
            </a:r>
          </a:p>
          <a:p>
            <a:r>
              <a:t>Rigid patterns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Stage 3 – ‘Michael’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Refuses help</a:t>
            </a:r>
          </a:p>
          <a:p>
            <a:r>
              <a:t>Function decline</a:t>
            </a:r>
          </a:p>
          <a:p>
            <a:r>
              <a:t>Safeguarding concern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Final Task – ‘Michael’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Your role?</a:t>
            </a:r>
          </a:p>
          <a:p>
            <a:r>
              <a:t>Your limits?</a:t>
            </a:r>
          </a:p>
          <a:p>
            <a:r>
              <a:t>Next step?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Closing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Hold complexity</a:t>
            </a:r>
          </a:p>
          <a:p>
            <a:r>
              <a:t>Stay relational</a:t>
            </a:r>
          </a:p>
          <a:p>
            <a:r>
              <a:t>Use supervision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524</Words>
  <Application>Microsoft Office PowerPoint</Application>
  <PresentationFormat>On-screen Show (4:3)</PresentationFormat>
  <Paragraphs>155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Psychopathology and Synthesis V2.6 – Final Teaching Polish</vt:lpstr>
      <vt:lpstr>DAY 1 – AM</vt:lpstr>
      <vt:lpstr>Opening Frame</vt:lpstr>
      <vt:lpstr>Quote – Assagioli</vt:lpstr>
      <vt:lpstr>What Psychopathology Is For</vt:lpstr>
      <vt:lpstr>Risk Reframed</vt:lpstr>
      <vt:lpstr>Risk Case Study: ‘Terri’</vt:lpstr>
      <vt:lpstr>Task – ‘Terri’</vt:lpstr>
      <vt:lpstr>Teaching – Nelson</vt:lpstr>
      <vt:lpstr>Teaching – Sonja</vt:lpstr>
      <vt:lpstr>DAY 1 – PM</vt:lpstr>
      <vt:lpstr>Neurodiversity Frame</vt:lpstr>
      <vt:lpstr>Quote – Nick Walker</vt:lpstr>
      <vt:lpstr>Neurodiversity Case Study: ‘Ousmane’</vt:lpstr>
      <vt:lpstr>Task – ‘Ousmane’</vt:lpstr>
      <vt:lpstr>DAY 2 – AM</vt:lpstr>
      <vt:lpstr>Trauma Frame</vt:lpstr>
      <vt:lpstr>Quote – van der Kolk</vt:lpstr>
      <vt:lpstr>Trauma Scenario: ‘Emily’</vt:lpstr>
      <vt:lpstr>Task – ‘Emily’</vt:lpstr>
      <vt:lpstr>NEW INFORMATION – ‘Emily’</vt:lpstr>
      <vt:lpstr>DAY 2 – PM</vt:lpstr>
      <vt:lpstr>Risk Case Study: ‘David’</vt:lpstr>
      <vt:lpstr>Task – ‘David’</vt:lpstr>
      <vt:lpstr>Quote – Judith Herman</vt:lpstr>
      <vt:lpstr>Integration Case Study: ‘Michael’ – Stage 1</vt:lpstr>
      <vt:lpstr>Stage 2 – ‘Michael’</vt:lpstr>
      <vt:lpstr>Stage 3 – ‘Michael’</vt:lpstr>
      <vt:lpstr>Final Task – ‘Michael’</vt:lpstr>
      <vt:lpstr>Closing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Mike Bryant</cp:lastModifiedBy>
  <cp:revision>2</cp:revision>
  <dcterms:created xsi:type="dcterms:W3CDTF">2013-01-27T09:14:16Z</dcterms:created>
  <dcterms:modified xsi:type="dcterms:W3CDTF">2026-04-05T18:22:57Z</dcterms:modified>
  <cp:category/>
</cp:coreProperties>
</file>