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slowly. This replaces recap. Set tone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this grounded. Give a real referral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this directly. This will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slowly. Do not interpret. Let the room feel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them. Do not let vague answers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Nelson. Keep it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beyond textbook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Important: do not let them jump to ADHD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 in social context strongly.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simple but weighty.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discomfort 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this mid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calm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them feel the dilemma.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Increase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landing point of the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 – V2.7 (Full Teaching Version)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 this weekend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from fear → thinking</a:t>
            </a:r>
          </a:p>
          <a:p>
            <a:r>
              <a:t>Understanding psychopathology without reducing the person</a:t>
            </a:r>
          </a:p>
          <a:p>
            <a:r>
              <a:t>Working safely with risk, complexity and uncertainty</a:t>
            </a:r>
          </a:p>
          <a:p>
            <a:r>
              <a:t>Using psychosynthesis as a clinical lens, not an escape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Psychopathology – working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 fixed identity or label</a:t>
            </a:r>
          </a:p>
          <a:p>
            <a:r>
              <a:t>A descriptive language used in systems (GP / psychiatry / crisis teams)</a:t>
            </a:r>
          </a:p>
          <a:p>
            <a:r>
              <a:t>A way of communicating concern, risk and need</a:t>
            </a:r>
          </a:p>
          <a:p>
            <a:r>
              <a:t>A partial view – never the whole person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– what students often get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Confusing intensity with danger</a:t>
            </a:r>
          </a:p>
          <a:p>
            <a:r>
              <a:t>Over-pathologising unusual experience</a:t>
            </a:r>
          </a:p>
          <a:p>
            <a:r>
              <a:t>Missing quieter, more contained risk</a:t>
            </a:r>
          </a:p>
          <a:p>
            <a:r>
              <a:t>Avoiding direct enquiry due to anxiety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Several weeks post-partum, presenting with confusion and distress</a:t>
            </a:r>
          </a:p>
          <a:p>
            <a:r>
              <a:t>Reports feeling that her baby is not hers and that things feel unreal</a:t>
            </a:r>
          </a:p>
          <a:p>
            <a:r>
              <a:t>Has not slept properly for several days</a:t>
            </a:r>
          </a:p>
          <a:p>
            <a:r>
              <a:t>Fears she is ‘going mad’ and may harm her child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happening psychologically here?</a:t>
            </a:r>
          </a:p>
          <a:p>
            <a:r>
              <a:t>What concerns you clinically right now?</a:t>
            </a:r>
          </a:p>
          <a:p>
            <a:r>
              <a:t>What would you do in your first session?</a:t>
            </a:r>
          </a:p>
          <a:p>
            <a:r>
              <a:t>What would you NOT 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Psychosynthesis lens – the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Experience of fragmentation or loosening of self-boundaries</a:t>
            </a:r>
          </a:p>
          <a:p>
            <a:r>
              <a:t>Overwhelming material entering conscious awareness</a:t>
            </a:r>
          </a:p>
          <a:p>
            <a:r>
              <a:t>Loss of integration rather than loss of meaning</a:t>
            </a:r>
          </a:p>
          <a:p>
            <a:r>
              <a:t>Requires containment before exploration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– beyond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Autism / ADHD / AuDHD as differences in processing and regulation</a:t>
            </a:r>
          </a:p>
          <a:p>
            <a:r>
              <a:t>Masking as adaptive survival strategy</a:t>
            </a:r>
          </a:p>
          <a:p>
            <a:r>
              <a:t>Sensory overwhelm as real physiological experience</a:t>
            </a:r>
          </a:p>
          <a:p>
            <a:r>
              <a:t>High overlap with trauma and attachment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Case Study: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parent, struggling with organisation, lateness and missed appointments</a:t>
            </a:r>
          </a:p>
          <a:p>
            <a:r>
              <a:t>Reports chronic overwhelm, difficulty starting tasks, emotional shutdown</a:t>
            </a:r>
          </a:p>
          <a:p>
            <a:r>
              <a:t>Financial stress and risk of losing housing</a:t>
            </a:r>
          </a:p>
          <a:p>
            <a:r>
              <a:t>Describes self as ‘lazy’ and ‘failing’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might be misread here as pathology?</a:t>
            </a:r>
          </a:p>
          <a:p>
            <a:r>
              <a:t>What might actually be adaptive or protective?</a:t>
            </a:r>
          </a:p>
          <a:p>
            <a:r>
              <a:t>What are the real risks in this situation?</a:t>
            </a:r>
          </a:p>
          <a:p>
            <a:r>
              <a:t>What kind of support is actually needed?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and the nervous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Trauma is held in the body, not just memory</a:t>
            </a:r>
          </a:p>
          <a:p>
            <a:r>
              <a:t>Window of tolerance: hyper-arousal / hypo-arousal</a:t>
            </a:r>
          </a:p>
          <a:p>
            <a:r>
              <a:t>Dissociation as protective, not pathological by default</a:t>
            </a:r>
          </a:p>
          <a:p>
            <a:r>
              <a:t>Therapy can destabilise if poorly timed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Scenario: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presents with self-harm and increasing dissociation</a:t>
            </a:r>
          </a:p>
          <a:p>
            <a:r>
              <a:t>Reports ‘zoning out’ in sessions and losing time</a:t>
            </a:r>
          </a:p>
          <a:p>
            <a:r>
              <a:t>Academic pressure and family conflict escalating</a:t>
            </a:r>
          </a:p>
          <a:p>
            <a:r>
              <a:t>Feels both desperate for help and afraid of therapy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concerns you most right now?</a:t>
            </a:r>
          </a:p>
          <a:p>
            <a:r>
              <a:t>What would you prioritise in the next session?</a:t>
            </a:r>
          </a:p>
          <a:p>
            <a:r>
              <a:t>Do you continue therapy as is, or consider escalation?</a:t>
            </a:r>
          </a:p>
          <a:p>
            <a:r>
              <a:t>What are the risks of getting this wrong?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INFORMATION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has missed last session without contact</a:t>
            </a:r>
          </a:p>
          <a:p>
            <a:r>
              <a:t>Reports dissociation lasting several hours at a time</a:t>
            </a:r>
          </a:p>
          <a:p>
            <a:r>
              <a:t>Increasing social isolation</a:t>
            </a:r>
          </a:p>
          <a:p>
            <a:r>
              <a:t>Mentions ‘not trusting herself’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and suicide – grounded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Differentiate ideation, intent and plan</a:t>
            </a:r>
          </a:p>
          <a:p>
            <a:r>
              <a:t>Ask directly – do not avoid language</a:t>
            </a:r>
          </a:p>
          <a:p>
            <a:r>
              <a:t>Balance care with responsibility</a:t>
            </a:r>
          </a:p>
          <a:p>
            <a:r>
              <a:t>Supervision is essential – not optional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experiencing severe anxiety following recent promotion</a:t>
            </a:r>
          </a:p>
          <a:p>
            <a:r>
              <a:t>Has begun stockpiling medication ‘just in case’</a:t>
            </a:r>
          </a:p>
          <a:p>
            <a:r>
              <a:t>History of trauma and distrust of authority</a:t>
            </a:r>
          </a:p>
          <a:p>
            <a:r>
              <a:t>Reports feeling trapped and unable to cope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you continue working with this client?</a:t>
            </a:r>
          </a:p>
          <a:p>
            <a:r>
              <a:t>What immediate actions are required?</a:t>
            </a:r>
          </a:p>
          <a:p>
            <a:r>
              <a:t>What would you document?</a:t>
            </a:r>
          </a:p>
          <a:p>
            <a:r>
              <a:t>What support would you seek?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Case Study: ‘Michael’ – Stage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Older client presenting with grief and increasing isolation</a:t>
            </a:r>
          </a:p>
          <a:p>
            <a:r>
              <a:t>Possible undiagnosed neurodivergence</a:t>
            </a:r>
          </a:p>
          <a:p>
            <a:r>
              <a:t>Difficulty expressing emotion and connecting relationally</a:t>
            </a:r>
          </a:p>
          <a:p>
            <a:r>
              <a:t>Reports regret and disconnection from family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Family tensions becoming more visible</a:t>
            </a:r>
          </a:p>
          <a:p>
            <a:r>
              <a:t>Increased withdrawal and rigid behavioural patterns</a:t>
            </a:r>
          </a:p>
          <a:p>
            <a:r>
              <a:t>Decline in daily functioning</a:t>
            </a:r>
          </a:p>
          <a:p>
            <a:r>
              <a:t>Resistance to outside help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Refuses referral or external support</a:t>
            </a:r>
          </a:p>
          <a:p>
            <a:r>
              <a:t>Possible safeguarding concerns emerging</a:t>
            </a:r>
          </a:p>
          <a:p>
            <a:r>
              <a:t>Therapist feels increasing responsibility and uncertainty</a:t>
            </a:r>
          </a:p>
          <a:p>
            <a:r>
              <a:t>Risk remains unclear but present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Integration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your role as therapist here?</a:t>
            </a:r>
          </a:p>
          <a:p>
            <a:r>
              <a:t>Where are your limits?</a:t>
            </a:r>
          </a:p>
          <a:p>
            <a:r>
              <a:t>What is the next responsible step?</a:t>
            </a:r>
          </a:p>
          <a:p>
            <a:r>
              <a:t>How do you hold both meaning and risk?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