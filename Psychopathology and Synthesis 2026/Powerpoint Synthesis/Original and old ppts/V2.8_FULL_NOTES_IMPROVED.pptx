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weekend training</a:t>
            </a:r>
          </a:p>
          <a:p>
            <a:r>
              <a:t>Improved speaker notes</a:t>
            </a:r>
          </a:p>
          <a:p>
            <a:r>
              <a:t>Case-led teaching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fear</a:t>
            </a:r>
          </a:p>
          <a:p>
            <a:r>
              <a:t>Build clinical thinking</a:t>
            </a:r>
          </a:p>
          <a:p>
            <a:r>
              <a:t>Set tone for weekend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clearly: this is about thinking, not getting it right</a:t>
            </a:r>
          </a:p>
          <a:p>
            <a:r>
              <a:t>Name fear of psychopathology explicitly</a:t>
            </a:r>
          </a:p>
          <a:p>
            <a:r>
              <a:t>Position yourself as guide not expert</a:t>
            </a:r>
          </a:p>
          <a:p>
            <a:r>
              <a:t>Set expectation of uncertainty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GP/psychiatry referral example</a:t>
            </a:r>
          </a:p>
          <a:p>
            <a:r>
              <a:t>Challenge both overuse and rejection of diagnosis</a:t>
            </a:r>
          </a:p>
          <a:p>
            <a:r>
              <a:t>Keep tone grounded and practical</a:t>
            </a:r>
          </a:p>
          <a:p>
            <a:r>
              <a:t>Reinforce limits of labels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2 contrasting examples</a:t>
            </a:r>
          </a:p>
          <a:p>
            <a:r>
              <a:t>Name common trainee anxiety</a:t>
            </a:r>
          </a:p>
          <a:p>
            <a:r>
              <a:t>Normalise discomfort asking about risk</a:t>
            </a:r>
          </a:p>
          <a:p>
            <a:r>
              <a:t>Link to upcoming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slowly and deliberately</a:t>
            </a:r>
          </a:p>
          <a:p>
            <a:r>
              <a:t>Do not interpret yet</a:t>
            </a:r>
          </a:p>
          <a:p>
            <a:r>
              <a:t>Allow silence and discomfort</a:t>
            </a:r>
          </a:p>
          <a:p>
            <a:r>
              <a:t>Watch group emotional 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for specific answers</a:t>
            </a:r>
          </a:p>
          <a:p>
            <a:r>
              <a:t>Separate meaning vs risk</a:t>
            </a:r>
          </a:p>
          <a:p>
            <a:r>
              <a:t>Challenge reassurance responses</a:t>
            </a:r>
          </a:p>
          <a:p>
            <a:r>
              <a:t>Bring focus back to 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 simple language</a:t>
            </a:r>
          </a:p>
          <a:p>
            <a:r>
              <a:t>Link directly to Terri</a:t>
            </a:r>
          </a:p>
          <a:p>
            <a:r>
              <a:t>Warn against romanticising crisis</a:t>
            </a:r>
          </a:p>
          <a:p>
            <a:r>
              <a:t>Reinforce stabilisation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Neurodiversity focus</a:t>
            </a:r>
          </a:p>
          <a:p>
            <a:r>
              <a:t>Misinterpretation</a:t>
            </a:r>
          </a:p>
          <a:p>
            <a:r>
              <a:t>Context awareness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assumptions directly</a:t>
            </a:r>
          </a:p>
          <a:p>
            <a:r>
              <a:t>Give real-world examples</a:t>
            </a:r>
          </a:p>
          <a:p>
            <a:r>
              <a:t>Highlight misdiagnosis risk</a:t>
            </a:r>
          </a:p>
          <a:p>
            <a:r>
              <a:t>Keep grounded clinically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ambiguity</a:t>
            </a:r>
          </a:p>
          <a:p>
            <a:r>
              <a:t>Avoid jumping to ADHD</a:t>
            </a:r>
          </a:p>
          <a:p>
            <a:r>
              <a:t>Notice social context</a:t>
            </a:r>
          </a:p>
          <a:p>
            <a:r>
              <a:t>Let complexity sit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beyond diagnostic thinking</a:t>
            </a:r>
          </a:p>
          <a:p>
            <a:r>
              <a:t>Encourage disagreement</a:t>
            </a:r>
          </a:p>
          <a:p>
            <a:r>
              <a:t>Highlight systemic issues</a:t>
            </a:r>
          </a:p>
          <a:p>
            <a:r>
              <a:t>Bring back to practical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Trauma focus</a:t>
            </a:r>
          </a:p>
          <a:p>
            <a:r>
              <a:t>Dissociation</a:t>
            </a:r>
          </a:p>
          <a:p>
            <a:r>
              <a:t>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explanation simple</a:t>
            </a:r>
          </a:p>
          <a:p>
            <a:r>
              <a:t>Use body-based examples</a:t>
            </a:r>
          </a:p>
          <a:p>
            <a:r>
              <a:t>Link to client experience</a:t>
            </a:r>
          </a:p>
          <a:p>
            <a:r>
              <a:t>Emphasise pacing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tension build</a:t>
            </a:r>
          </a:p>
          <a:p>
            <a:r>
              <a:t>Do not over-explain</a:t>
            </a:r>
          </a:p>
          <a:p>
            <a:r>
              <a:t>Watch group anxiety</a:t>
            </a:r>
          </a:p>
          <a:p>
            <a:r>
              <a:t>Keep grounded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Force decision-making</a:t>
            </a:r>
          </a:p>
          <a:p>
            <a:r>
              <a:t>Reject vague answers</a:t>
            </a:r>
          </a:p>
          <a:p>
            <a:r>
              <a:t>Highlight responsibility</a:t>
            </a:r>
          </a:p>
          <a:p>
            <a:r>
              <a:t>Contain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mid-discussion</a:t>
            </a:r>
          </a:p>
          <a:p>
            <a:r>
              <a:t>Watch shift in thinking</a:t>
            </a:r>
          </a:p>
          <a:p>
            <a:r>
              <a:t>Push re-evaluation</a:t>
            </a:r>
          </a:p>
          <a:p>
            <a:r>
              <a:t>Highlight escalation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</a:t>
            </a:r>
          </a:p>
          <a:p>
            <a:r>
              <a:t>Ethics</a:t>
            </a:r>
          </a:p>
          <a:p>
            <a:r>
              <a:t>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dilemma land</a:t>
            </a:r>
          </a:p>
          <a:p>
            <a:r>
              <a:t>Avoid solving quickly</a:t>
            </a:r>
          </a:p>
          <a:p>
            <a:r>
              <a:t>Focus on responsibility</a:t>
            </a:r>
          </a:p>
          <a:p>
            <a:r>
              <a:t>Encourage discomfort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concrete answers</a:t>
            </a:r>
          </a:p>
          <a:p>
            <a:r>
              <a:t>Link to real-world practice</a:t>
            </a:r>
          </a:p>
          <a:p>
            <a:r>
              <a:t>Highlight supervision</a:t>
            </a:r>
          </a:p>
          <a:p>
            <a:r>
              <a:t>Avoid generalities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slow</a:t>
            </a:r>
          </a:p>
          <a:p>
            <a:r>
              <a:t>Encourage empathy</a:t>
            </a:r>
          </a:p>
          <a:p>
            <a:r>
              <a:t>Avoid pathologising</a:t>
            </a:r>
          </a:p>
          <a:p>
            <a:r>
              <a:t>Notice subtle cues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Increase complexity</a:t>
            </a:r>
          </a:p>
          <a:p>
            <a:r>
              <a:t>Watch group response</a:t>
            </a:r>
          </a:p>
          <a:p>
            <a:r>
              <a:t>Encourage formulation</a:t>
            </a:r>
          </a:p>
          <a:p>
            <a:r>
              <a:t>Hold ambiguity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ethical tension</a:t>
            </a:r>
          </a:p>
          <a:p>
            <a:r>
              <a:t>Do not resolve</a:t>
            </a:r>
          </a:p>
          <a:p>
            <a:r>
              <a:t>Push responsibility</a:t>
            </a:r>
          </a:p>
          <a:p>
            <a:r>
              <a:t>Hold discomfort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Bring together whole weekend</a:t>
            </a:r>
          </a:p>
          <a:p>
            <a:r>
              <a:t>Highlight boundaries</a:t>
            </a:r>
          </a:p>
          <a:p>
            <a:r>
              <a:t>Encourage ownership</a:t>
            </a:r>
          </a:p>
          <a:p>
            <a:r>
              <a:t>End with reflection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Psychopathology and Synthesis – V2.8 Full Teaching Version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doing this weekend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from fear → thinking</a:t>
            </a:r>
          </a:p>
          <a:p>
            <a:r>
              <a:t>Understanding without reducing</a:t>
            </a:r>
          </a:p>
          <a:p>
            <a:r>
              <a:t>Working safely with complexity</a:t>
            </a:r>
          </a:p>
          <a:p>
            <a:r>
              <a:t>Psychosynthesis as clinical lens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Psychopathology – working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Descriptive, not identity</a:t>
            </a:r>
          </a:p>
          <a:p>
            <a:r>
              <a:t>Shared language for systems</a:t>
            </a:r>
          </a:p>
          <a:p>
            <a:r>
              <a:t>Supports risk awareness</a:t>
            </a:r>
          </a:p>
          <a:p>
            <a:r>
              <a:t>Never the whole person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– what goes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Intensity ≠ danger</a:t>
            </a:r>
          </a:p>
          <a:p>
            <a:r>
              <a:t>Quiet risk missed</a:t>
            </a:r>
          </a:p>
          <a:p>
            <a:r>
              <a:t>Over-pathologising</a:t>
            </a:r>
          </a:p>
          <a:p>
            <a:r>
              <a:t>Avoidance of direct 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Postpartum confusion and distress</a:t>
            </a:r>
          </a:p>
          <a:p>
            <a:r>
              <a:t>Baby feels unreal</a:t>
            </a:r>
          </a:p>
          <a:p>
            <a:r>
              <a:t>Severe sleep deprivation</a:t>
            </a:r>
          </a:p>
          <a:p>
            <a:r>
              <a:t>Fear of harming child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happening?</a:t>
            </a:r>
          </a:p>
          <a:p>
            <a:r>
              <a:t>What concerns you?</a:t>
            </a:r>
          </a:p>
          <a:p>
            <a:r>
              <a:t>What do you do first?</a:t>
            </a:r>
          </a:p>
          <a:p>
            <a:r>
              <a:t>What do you avoid?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Psychosynthesis lens – the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Fragmentation of self</a:t>
            </a:r>
          </a:p>
          <a:p>
            <a:r>
              <a:t>Porous boundaries</a:t>
            </a:r>
          </a:p>
          <a:p>
            <a:r>
              <a:t>Overwhelming material</a:t>
            </a:r>
          </a:p>
          <a:p>
            <a:r>
              <a:t>Need for containment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– beyond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Difference not deficit</a:t>
            </a:r>
          </a:p>
          <a:p>
            <a:r>
              <a:t>Masking as survival</a:t>
            </a:r>
          </a:p>
          <a:p>
            <a:r>
              <a:t>Sensory overwhelm real</a:t>
            </a:r>
          </a:p>
          <a:p>
            <a:r>
              <a:t>Overlap with trauma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Case Study: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parent, disorganised</a:t>
            </a:r>
          </a:p>
          <a:p>
            <a:r>
              <a:t>Executive dysfunction</a:t>
            </a:r>
          </a:p>
          <a:p>
            <a:r>
              <a:t>Financial stress</a:t>
            </a:r>
          </a:p>
          <a:p>
            <a:r>
              <a:t>Self-critical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misread?</a:t>
            </a:r>
          </a:p>
          <a:p>
            <a:r>
              <a:t>What is adaptive?</a:t>
            </a:r>
          </a:p>
          <a:p>
            <a:r>
              <a:t>What is risk?</a:t>
            </a:r>
          </a:p>
          <a:p>
            <a:r>
              <a:t>What support needed?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Body-based experience</a:t>
            </a:r>
          </a:p>
          <a:p>
            <a:r>
              <a:t>Window of tolerance</a:t>
            </a:r>
          </a:p>
          <a:p>
            <a:r>
              <a:t>Dissociation protective</a:t>
            </a:r>
          </a:p>
          <a:p>
            <a:r>
              <a:t>Therapy can destabilise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Scenario: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Self-harm increasing</a:t>
            </a:r>
          </a:p>
          <a:p>
            <a:r>
              <a:t>Dissociation episodes</a:t>
            </a:r>
          </a:p>
          <a:p>
            <a:r>
              <a:t>Academic pressure</a:t>
            </a:r>
          </a:p>
          <a:p>
            <a:r>
              <a:t>Ambivalence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concerns you?</a:t>
            </a:r>
          </a:p>
          <a:p>
            <a:r>
              <a:t>What next session?</a:t>
            </a:r>
          </a:p>
          <a:p>
            <a:r>
              <a:t>Escalate or continue?</a:t>
            </a:r>
          </a:p>
          <a:p>
            <a:r>
              <a:t>What risks if wrong?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INFORMATION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Missed session</a:t>
            </a:r>
          </a:p>
          <a:p>
            <a:r>
              <a:t>Long dissociation</a:t>
            </a:r>
          </a:p>
          <a:p>
            <a:r>
              <a:t>Increasing isolation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Stockpiling medication</a:t>
            </a:r>
          </a:p>
          <a:p>
            <a:r>
              <a:t>High stress job</a:t>
            </a:r>
          </a:p>
          <a:p>
            <a:r>
              <a:t>Trauma history</a:t>
            </a:r>
          </a:p>
          <a:p>
            <a:r>
              <a:t>Feeling trapped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 or escalate?</a:t>
            </a:r>
          </a:p>
          <a:p>
            <a:r>
              <a:t>What action now?</a:t>
            </a:r>
          </a:p>
          <a:p>
            <a:r>
              <a:t>What document?</a:t>
            </a:r>
          </a:p>
          <a:p>
            <a:r>
              <a:t>What support?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Case Study: ‘Michael’ – Stage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Grief and isolation</a:t>
            </a:r>
          </a:p>
          <a:p>
            <a:r>
              <a:t>Possible ND</a:t>
            </a:r>
          </a:p>
          <a:p>
            <a:r>
              <a:t>Relational distance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withdrawal</a:t>
            </a:r>
          </a:p>
          <a:p>
            <a:r>
              <a:t>Family tension</a:t>
            </a:r>
          </a:p>
          <a:p>
            <a:r>
              <a:t>Rigid patterns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Refuses help</a:t>
            </a:r>
          </a:p>
          <a:p>
            <a:r>
              <a:t>Function decline</a:t>
            </a:r>
          </a:p>
          <a:p>
            <a:r>
              <a:t>Safeguarding concern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Integration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role?</a:t>
            </a:r>
          </a:p>
          <a:p>
            <a:r>
              <a:t>Your limits?</a:t>
            </a:r>
          </a:p>
          <a:p>
            <a:r>
              <a:t>What next?</a:t>
            </a:r>
          </a:p>
          <a:p>
            <a:r>
              <a:t>Hold meaning +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