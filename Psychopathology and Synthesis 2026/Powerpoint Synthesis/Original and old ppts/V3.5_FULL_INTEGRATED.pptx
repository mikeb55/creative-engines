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387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061" autoAdjust="0"/>
  </p:normalViewPr>
  <p:slideViewPr>
    <p:cSldViewPr snapToGrid="0">
      <p:cViewPr varScale="1">
        <p:scale>
          <a:sx n="75" d="100"/>
          <a:sy n="75" d="100"/>
        </p:scale>
        <p:origin x="1914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2-day programme</a:t>
            </a:r>
          </a:p>
          <a:p>
            <a:r>
              <a:t>Heavy teaching + cases</a:t>
            </a:r>
          </a:p>
          <a:p>
            <a:r>
              <a:t>Video + neuroplasticity integrated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Reduce fear</a:t>
            </a:r>
          </a:p>
          <a:p>
            <a:r>
              <a:t>Build thinking</a:t>
            </a:r>
          </a:p>
          <a:p>
            <a:r>
              <a:t>Ground psychopathology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anxiety early</a:t>
            </a:r>
          </a:p>
          <a:p>
            <a:r>
              <a:t>Say: think, don’t diagnose</a:t>
            </a:r>
          </a:p>
          <a:p>
            <a:r>
              <a:t>Normalise uncertainty</a:t>
            </a:r>
          </a:p>
          <a:p>
            <a:r>
              <a:t>Set grounded tone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slowly</a:t>
            </a:r>
          </a:p>
          <a:p>
            <a:r>
              <a:t>Do not interpret</a:t>
            </a:r>
          </a:p>
          <a:p>
            <a:r>
              <a:t>Watch reactions</a:t>
            </a:r>
          </a:p>
          <a:p>
            <a:r>
              <a:t>Let discomfort build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https://www.youtube.com/watch?v=syjEN3peCJw</a:t>
            </a:r>
          </a:p>
          <a:p>
            <a:r>
              <a:t>Use 0:00–6:30</a:t>
            </a:r>
          </a:p>
          <a:p>
            <a:r>
              <a:t>Shows meaning in voices</a:t>
            </a:r>
          </a:p>
          <a:p>
            <a:r>
              <a:t>Link back to Terri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</a:t>
            </a:r>
          </a:p>
          <a:p>
            <a:r>
              <a:t>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Neurodiversity</a:t>
            </a:r>
          </a:p>
          <a:p>
            <a:r>
              <a:t>Misinterpretation</a:t>
            </a:r>
          </a:p>
          <a:p>
            <a:r>
              <a:t>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Hold ambiguity</a:t>
            </a:r>
          </a:p>
          <a:p>
            <a:r>
              <a:t>No quick diagnosis</a:t>
            </a:r>
          </a:p>
          <a:p>
            <a:r>
              <a:t>Highlight context</a:t>
            </a:r>
          </a:p>
          <a:p>
            <a:r>
              <a:t>Let complexity sit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Trauma</a:t>
            </a:r>
          </a:p>
          <a:p>
            <a:r>
              <a:t>Dissociation</a:t>
            </a:r>
          </a:p>
          <a:p>
            <a:r>
              <a:t>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discomfort</a:t>
            </a:r>
          </a:p>
          <a:p>
            <a:r>
              <a:t>Observe group</a:t>
            </a:r>
          </a:p>
          <a:p>
            <a:r>
              <a:t>Do not rescue</a:t>
            </a:r>
          </a:p>
          <a:p>
            <a:r>
              <a:t>Stay grounded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https://www.youtube.com/watch?v=ZV1-BMQEgG4</a:t>
            </a:r>
          </a:p>
          <a:p>
            <a:r>
              <a:t>Use 1:30–6:00</a:t>
            </a:r>
          </a:p>
          <a:p>
            <a:r>
              <a:t>Shows lived experience</a:t>
            </a:r>
          </a:p>
          <a:p>
            <a:r>
              <a:t>Link to Emily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Say: therapy changes patterns slowly over time</a:t>
            </a:r>
          </a:p>
          <a:p>
            <a:r>
              <a:t>Say: trauma can lock patterns in place</a:t>
            </a:r>
          </a:p>
          <a:p>
            <a:r>
              <a:t>Say: flexibility can also destabilise</a:t>
            </a:r>
          </a:p>
          <a:p>
            <a:r>
              <a:t>Introduce psychedelics as emerging research</a:t>
            </a:r>
          </a:p>
          <a:p>
            <a:r>
              <a:t>Say clearly: NOT counsellor practice</a:t>
            </a:r>
          </a:p>
          <a:p>
            <a:r>
              <a:t>Do not present as solution</a:t>
            </a:r>
          </a:p>
          <a:p>
            <a:r>
              <a:t>Do not invite debate</a:t>
            </a:r>
          </a:p>
          <a:p>
            <a:r>
              <a:t>Return to: our role = containment + relationship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Risk</a:t>
            </a:r>
          </a:p>
          <a:p>
            <a:r>
              <a:t>Ethics</a:t>
            </a:r>
          </a:p>
          <a:p>
            <a:r>
              <a:t>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https://www.youtube.com/watch?v=-3jLiU1FgiQ</a:t>
            </a:r>
          </a:p>
          <a:p>
            <a:r>
              <a:t>Use full</a:t>
            </a:r>
          </a:p>
          <a:p>
            <a:r>
              <a:t>Shows how to ask directly</a:t>
            </a:r>
          </a:p>
          <a:p>
            <a:r>
              <a:t>Prepare David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dilemma land</a:t>
            </a:r>
          </a:p>
          <a:p>
            <a:r>
              <a:t>No quick fix</a:t>
            </a:r>
          </a:p>
          <a:p>
            <a:r>
              <a:t>Push responsibility</a:t>
            </a:r>
          </a:p>
          <a:p>
            <a:r>
              <a:t>Hold tension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Bring together weekend</a:t>
            </a:r>
          </a:p>
          <a:p>
            <a:r>
              <a:t>Highlight responsibility</a:t>
            </a:r>
          </a:p>
          <a:p>
            <a:r>
              <a:t>Close reflectively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– V3.5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from fear → thinking clearly</a:t>
            </a:r>
          </a:p>
          <a:p>
            <a:r>
              <a:t>Understand without reducing the person</a:t>
            </a:r>
          </a:p>
          <a:p>
            <a:r>
              <a:t>Work safely with complexity</a:t>
            </a:r>
          </a:p>
          <a:p>
            <a:r>
              <a:t>Psychosynthesis as clinical lens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Postpartum distress</a:t>
            </a:r>
          </a:p>
          <a:p>
            <a:r>
              <a:t>Baby feels unreal</a:t>
            </a:r>
          </a:p>
          <a:p>
            <a:r>
              <a:t>Sleep deprivation</a:t>
            </a:r>
          </a:p>
          <a:p>
            <a:r>
              <a:t>Fear of harm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Longden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vs risk</a:t>
            </a:r>
          </a:p>
          <a:p>
            <a:r>
              <a:t>Lived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Neurodiversity Case Study: ‘Ousmane’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dysfunction</a:t>
            </a:r>
          </a:p>
          <a:p>
            <a:r>
              <a:t>Financial stress</a:t>
            </a:r>
          </a:p>
          <a:p>
            <a:r>
              <a:t>Shame</a:t>
            </a:r>
          </a:p>
          <a:p>
            <a:r>
              <a:t>Possible 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Trauma Scenario: ‘Emily’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Self-harm</a:t>
            </a:r>
          </a:p>
          <a:p>
            <a:r>
              <a:t>Dissociation</a:t>
            </a:r>
          </a:p>
          <a:p>
            <a:r>
              <a:t>Pressure</a:t>
            </a:r>
          </a:p>
          <a:p>
            <a:r>
              <a:t>Ambivalence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Recognising dissociation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Neuroplasticity, Trauma &amp; Psychedelics (Context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Brains change through repetition</a:t>
            </a:r>
          </a:p>
          <a:p>
            <a:r>
              <a:t>Trauma reinforces rigid patterns</a:t>
            </a:r>
          </a:p>
          <a:p>
            <a:r>
              <a:t>More plasticity ≠ always better</a:t>
            </a:r>
          </a:p>
          <a:p>
            <a:r>
              <a:t>Psychedelics may increase flexibility</a:t>
            </a:r>
          </a:p>
          <a:p>
            <a:r>
              <a:t>Outside counsellor scope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Suicide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language</a:t>
            </a:r>
          </a:p>
          <a:p>
            <a:r>
              <a:t>Calm tone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‘David’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Stockpiling meds</a:t>
            </a:r>
          </a:p>
          <a:p>
            <a:r>
              <a:t>Stress</a:t>
            </a:r>
          </a:p>
          <a:p>
            <a:r>
              <a:t>Trauma</a:t>
            </a:r>
          </a:p>
          <a:p>
            <a:r>
              <a:t>Trapped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role?</a:t>
            </a:r>
          </a:p>
          <a:p>
            <a:r>
              <a:t>Limits?</a:t>
            </a:r>
          </a:p>
          <a:p>
            <a:r>
              <a:t>Next step?</a:t>
            </a:r>
          </a:p>
          <a:p>
            <a:r>
              <a:t>Meaning +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384</Words>
  <Application>Microsoft Office PowerPoint</Application>
  <PresentationFormat>Widescreen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Psychopathology and Synthesis – V3.5 FULL</vt:lpstr>
      <vt:lpstr>DAY 1 – AM</vt:lpstr>
      <vt:lpstr>What we are doing</vt:lpstr>
      <vt:lpstr>Risk Case Study: ‘Terri’</vt:lpstr>
      <vt:lpstr>VIDEO – Longden</vt:lpstr>
      <vt:lpstr>BREAK – 20 MINUTES</vt:lpstr>
      <vt:lpstr>DAY 1 – PM</vt:lpstr>
      <vt:lpstr>Neurodiversity Case Study: ‘Ousmane’</vt:lpstr>
      <vt:lpstr>LUNCH – 1 HOUR</vt:lpstr>
      <vt:lpstr>DAY 2 – AM</vt:lpstr>
      <vt:lpstr>Trauma Scenario: ‘Emily’</vt:lpstr>
      <vt:lpstr>VIDEO – Dissociation</vt:lpstr>
      <vt:lpstr>Neuroplasticity, Trauma &amp; Psychedelics (Context Only)</vt:lpstr>
      <vt:lpstr>BREAK – 20 MINUTES</vt:lpstr>
      <vt:lpstr>DAY 2 – PM</vt:lpstr>
      <vt:lpstr>VIDEO – Suicide conversation</vt:lpstr>
      <vt:lpstr>Risk Case Study: ‘David’</vt:lpstr>
      <vt:lpstr>Final Integration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15</cp:revision>
  <dcterms:created xsi:type="dcterms:W3CDTF">2020-02-24T12:13:07Z</dcterms:created>
  <dcterms:modified xsi:type="dcterms:W3CDTF">2026-04-07T17:38:15Z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