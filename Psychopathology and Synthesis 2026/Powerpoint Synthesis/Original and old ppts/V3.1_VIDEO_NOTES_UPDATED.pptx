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398" r:id="rId23"/>
    <p:sldId id="399" r:id="rId24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al Joseph" userId="a32e985e-e558-4691-99f3-98a93d3ab4d5" providerId="ADAL" clId="{A649D378-B43F-4D4F-A628-ADFD8851EF70}"/>
    <pc:docChg chg="modSld">
      <pc:chgData name="Krystal Joseph" userId="a32e985e-e558-4691-99f3-98a93d3ab4d5" providerId="ADAL" clId="{A649D378-B43F-4D4F-A628-ADFD8851EF70}" dt="2023-03-09T14:49:16.128" v="9" actId="20577"/>
      <pc:docMkLst>
        <pc:docMk/>
      </pc:docMkLst>
      <pc:sldChg chg="modSp mod">
        <pc:chgData name="Krystal Joseph" userId="a32e985e-e558-4691-99f3-98a93d3ab4d5" providerId="ADAL" clId="{A649D378-B43F-4D4F-A628-ADFD8851EF70}" dt="2023-03-09T14:49:16.128" v="9" actId="20577"/>
        <pc:sldMkLst>
          <pc:docMk/>
          <pc:sldMk cId="654933530" sldId="387"/>
        </pc:sldMkLst>
        <pc:spChg chg="mod">
          <ac:chgData name="Krystal Joseph" userId="a32e985e-e558-4691-99f3-98a93d3ab4d5" providerId="ADAL" clId="{A649D378-B43F-4D4F-A628-ADFD8851EF70}" dt="2023-03-09T14:49:16.128" v="9" actId="20577"/>
          <ac:spMkLst>
            <pc:docMk/>
            <pc:sldMk cId="654933530" sldId="387"/>
            <ac:spMk id="3" creationId="{74419044-4AA4-432B-9FC2-34A161AC00F5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05/04/2026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integrated weekend</a:t>
            </a:r>
          </a:p>
          <a:p>
            <a:r>
              <a:t>Videos embedded in notes</a:t>
            </a:r>
          </a:p>
          <a:p>
            <a:r>
              <a:t>Final teaching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fear</a:t>
            </a:r>
          </a:p>
          <a:p>
            <a:r>
              <a:t>Build thinking</a:t>
            </a:r>
          </a:p>
          <a:p>
            <a:r>
              <a:t>Ground psychopathology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slowly and let silence sit</a:t>
            </a:r>
          </a:p>
          <a:p>
            <a:r>
              <a:t>Do not interpret immediately</a:t>
            </a:r>
          </a:p>
          <a:p>
            <a:r>
              <a:t>Watch group reactions</a:t>
            </a:r>
          </a:p>
          <a:p>
            <a:r>
              <a:t>Set up for lived experience 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Play: https://www.youtube.com/watch?v=syjEN3peCJw</a:t>
            </a:r>
          </a:p>
          <a:p>
            <a:r>
              <a:t>Use 0:00–6:30</a:t>
            </a:r>
          </a:p>
          <a:p>
            <a:r>
              <a:t>Explains hearing voices as meaningful response to trauma</a:t>
            </a:r>
          </a:p>
          <a:p>
            <a:r>
              <a:t>After: ask what changed in their thinking about Terri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Neurodiversity</a:t>
            </a:r>
          </a:p>
          <a:p>
            <a:r>
              <a:t>Misinterpretation</a:t>
            </a:r>
          </a:p>
          <a:p>
            <a:r>
              <a:t>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Play: https://www.youtube.com/watch?v=RbwRrVw-CRo</a:t>
            </a:r>
          </a:p>
          <a:p>
            <a:r>
              <a:t>Use ~2:00–6:00</a:t>
            </a:r>
          </a:p>
          <a:p>
            <a:r>
              <a:t>Shows sensory overload + internal processing</a:t>
            </a:r>
          </a:p>
          <a:p>
            <a:r>
              <a:t>After: ask what would be misread clinically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Trauma</a:t>
            </a:r>
          </a:p>
          <a:p>
            <a:r>
              <a:t>Dissociation</a:t>
            </a:r>
          </a:p>
          <a:p>
            <a:r>
              <a:t>Safety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Play: https://www.youtube.com/watch?v=ZV1-BMQEgG4</a:t>
            </a:r>
          </a:p>
          <a:p>
            <a:r>
              <a:t>Use 1:30–6:00</a:t>
            </a:r>
          </a:p>
          <a:p>
            <a:r>
              <a:t>Describes lived dissociation clearly</a:t>
            </a:r>
          </a:p>
          <a:p>
            <a:r>
              <a:t>After: link directly to Emily case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</a:t>
            </a:r>
          </a:p>
          <a:p>
            <a:r>
              <a:t>Ethics</a:t>
            </a:r>
          </a:p>
          <a:p>
            <a:r>
              <a:t>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Play: https://www.youtube.com/@hearingvoicesnetworkengland</a:t>
            </a:r>
          </a:p>
          <a:p>
            <a:r>
              <a:t>Select 3–5 min clip</a:t>
            </a:r>
          </a:p>
          <a:p>
            <a:r>
              <a:t>Shows lived experience of hearing voices</a:t>
            </a:r>
          </a:p>
          <a:p>
            <a:r>
              <a:t>After: discuss meaning vs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Play: https://www.youtube.com/watch?v=-3jLiU1FgiQ</a:t>
            </a:r>
          </a:p>
          <a:p>
            <a:r>
              <a:t>Full clip (~6 mins)</a:t>
            </a:r>
          </a:p>
          <a:p>
            <a:r>
              <a:t>Demonstrates how to ask about suicide directly</a:t>
            </a:r>
          </a:p>
          <a:p>
            <a:r>
              <a:t>After: ask what language stood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05/04/2026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6" Type="http://schemas.openxmlformats.org/officeDocument/2006/relationships/image" Target="../media/image3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March 2023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Psychopathology and Synthesis – V3.1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Case Study: ‘Terri’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Postpartum distress</a:t>
            </a:r>
          </a:p>
          <a:p>
            <a:r>
              <a:t>Baby feels unreal</a:t>
            </a:r>
          </a:p>
          <a:p>
            <a:r>
              <a:t>Sleep deprivation</a:t>
            </a:r>
          </a:p>
          <a:p>
            <a:r>
              <a:t>Fear of harm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Longden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vs risk</a:t>
            </a:r>
          </a:p>
          <a:p>
            <a:r>
              <a:t>Lived psychosis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Autism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experience</a:t>
            </a:r>
          </a:p>
          <a:p>
            <a:r>
              <a:t>Masking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Dissociation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Subtle signs</a:t>
            </a:r>
          </a:p>
          <a:p>
            <a:r>
              <a:t>Loss of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 – PM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Voices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Meaning vs pathology</a:t>
            </a:r>
          </a:p>
          <a:p>
            <a:r>
              <a:t>Ambiguity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– Suicide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language</a:t>
            </a:r>
          </a:p>
          <a:p>
            <a:r>
              <a:t>Calm 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14</cp:revision>
  <dcterms:created xsi:type="dcterms:W3CDTF">2020-02-24T12:13:07Z</dcterms:created>
  <dcterms:modified xsi:type="dcterms:W3CDTF">2026-04-05T18:33:22Z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