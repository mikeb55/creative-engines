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387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21" r:id="rId3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35" autoAdjust="0"/>
  </p:normalViewPr>
  <p:slideViewPr>
    <p:cSldViewPr snapToGrid="0">
      <p:cViewPr varScale="1">
        <p:scale>
          <a:sx n="87" d="100"/>
          <a:sy n="87" d="100"/>
        </p:scale>
        <p:origin x="14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026" y="1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6" y="4474399"/>
            <a:ext cx="5607368" cy="3660150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755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026" y="8829755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2-day training</a:t>
            </a:r>
          </a:p>
          <a:p>
            <a:r>
              <a:t>Dense teaching + cases</a:t>
            </a:r>
          </a:p>
          <a:p>
            <a:r>
              <a:t>Complete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Reduce fear</a:t>
            </a:r>
          </a:p>
          <a:p>
            <a:r>
              <a:t>Build thinking</a:t>
            </a:r>
          </a:p>
          <a:p>
            <a:r>
              <a:t>Ground psychopathology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naming anxiety explicitly – this lowers it immediately</a:t>
            </a:r>
          </a:p>
          <a:p>
            <a:r>
              <a:t>Say: you are not here to diagnose, you are here to think and respond</a:t>
            </a:r>
          </a:p>
          <a:p>
            <a:r>
              <a:t>Emphasise uncertainty is part of clinical work, not failure</a:t>
            </a:r>
          </a:p>
          <a:p>
            <a:r>
              <a:t>Set tone: calm, grounded, not abstract or overly theoretical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example: writing a referral or discussing a client in supervision</a:t>
            </a:r>
          </a:p>
          <a:p>
            <a:r>
              <a:t>Highlight tension: rejecting diagnosis vs over-identifying with it</a:t>
            </a:r>
          </a:p>
          <a:p>
            <a:r>
              <a:t>Say clearly: diagnosis is a tool, not a truth</a:t>
            </a:r>
          </a:p>
          <a:p>
            <a:r>
              <a:t>Link to responsibility in real-world clinical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two contrasting examples to illustrate point</a:t>
            </a:r>
          </a:p>
          <a:p>
            <a:r>
              <a:t>Normalise discomfort in asking direct questions</a:t>
            </a:r>
          </a:p>
          <a:p>
            <a:r>
              <a:t>Say: avoidance increases risk rather than reducing it</a:t>
            </a:r>
          </a:p>
          <a:p>
            <a:r>
              <a:t>Prepare them psychologically for Terri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slowly and deliberately</a:t>
            </a:r>
          </a:p>
          <a:p>
            <a:r>
              <a:t>Do not interpret or rescue</a:t>
            </a:r>
          </a:p>
          <a:p>
            <a:r>
              <a:t>Watch for immediate reassurance responses from group</a:t>
            </a:r>
          </a:p>
          <a:p>
            <a:r>
              <a:t>Allow discomfort to build before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for specific, behavioural responses</a:t>
            </a:r>
          </a:p>
          <a:p>
            <a:r>
              <a:t>Separate meaning from immediate risk management</a:t>
            </a:r>
          </a:p>
          <a:p>
            <a:r>
              <a:t>Challenge vague or overly abstract answers</a:t>
            </a:r>
          </a:p>
          <a:p>
            <a:r>
              <a:t>Bring conversation back to safety repeatedly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https://www.youtube.com/watch?v=syjEN3peCJw (0:00–6:30)</a:t>
            </a:r>
          </a:p>
          <a:p>
            <a:r>
              <a:t>Explains voices as meaningful response to experience</a:t>
            </a:r>
          </a:p>
          <a:p>
            <a:r>
              <a:t>Ask: what assumptions did you make earlier?</a:t>
            </a:r>
          </a:p>
          <a:p>
            <a:r>
              <a:t>Link directly back to Terri – meaning vs safety 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Nelson: Healing the Split</a:t>
            </a:r>
          </a:p>
          <a:p>
            <a:r>
              <a:t>Say: meaningful but not necessarily safe</a:t>
            </a:r>
          </a:p>
          <a:p>
            <a:r>
              <a:t>Warn against romanticising breakdown</a:t>
            </a:r>
          </a:p>
          <a:p>
            <a:r>
              <a:t>Anchor in stabilisation and pacing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</a:t>
            </a:r>
          </a:p>
          <a:p>
            <a:r>
              <a:t>Rest</a:t>
            </a:r>
          </a:p>
          <a:p>
            <a:r>
              <a:t>Informal reflection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Neurodiversity</a:t>
            </a:r>
          </a:p>
          <a:p>
            <a:r>
              <a:t>Misinterpretation</a:t>
            </a:r>
          </a:p>
          <a:p>
            <a:r>
              <a:t>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Challenge deficit-based assumptions directly</a:t>
            </a:r>
          </a:p>
          <a:p>
            <a:r>
              <a:t>Say: functioning does not equal coping</a:t>
            </a:r>
          </a:p>
          <a:p>
            <a:r>
              <a:t>Give real-world examples from practice</a:t>
            </a:r>
          </a:p>
          <a:p>
            <a:r>
              <a:t>Keep grounded in clinical reality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https://www.youtube.com/watch?v=RbwRrVw-CRo (2:00–6:00)</a:t>
            </a:r>
          </a:p>
          <a:p>
            <a:r>
              <a:t>Shows lived internal experience clearly</a:t>
            </a:r>
          </a:p>
          <a:p>
            <a:r>
              <a:t>Ask: what would you misinterpret clinically?</a:t>
            </a:r>
          </a:p>
          <a:p>
            <a:r>
              <a:t>Prepare them for Ousmane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 ambiguity – avoid jumping to ADHD label</a:t>
            </a:r>
          </a:p>
          <a:p>
            <a:r>
              <a:t>Bring in social and economic context</a:t>
            </a:r>
          </a:p>
          <a:p>
            <a:r>
              <a:t>Highlight shame as central dynamic</a:t>
            </a:r>
          </a:p>
          <a:p>
            <a:r>
              <a:t>Allow multiple interpretations to emerge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beyond labels into lived reality</a:t>
            </a:r>
          </a:p>
          <a:p>
            <a:r>
              <a:t>Encourage disagreement and multiple perspectives</a:t>
            </a:r>
          </a:p>
          <a:p>
            <a:r>
              <a:t>Ask: what would help this client tomorrow?</a:t>
            </a:r>
          </a:p>
          <a:p>
            <a:r>
              <a:t>Keep focus practical and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difference does not equal pathology</a:t>
            </a:r>
          </a:p>
          <a:p>
            <a:r>
              <a:t>Link to psychosynthesis ideas of multiplicity</a:t>
            </a:r>
          </a:p>
          <a:p>
            <a:r>
              <a:t>Balance with need for risk awareness</a:t>
            </a:r>
          </a:p>
          <a:p>
            <a:r>
              <a:t>Keep grounded, not ideological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</a:t>
            </a:r>
          </a:p>
          <a:p>
            <a:r>
              <a:t>Reset</a:t>
            </a:r>
          </a:p>
          <a:p>
            <a:r>
              <a:t>Informal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Trauma</a:t>
            </a:r>
          </a:p>
          <a:p>
            <a:r>
              <a:t>Dissociation</a:t>
            </a:r>
          </a:p>
          <a:p>
            <a:r>
              <a:t>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explanation simple and embodied</a:t>
            </a:r>
          </a:p>
          <a:p>
            <a:r>
              <a:t>Use relatable examples</a:t>
            </a:r>
          </a:p>
          <a:p>
            <a:r>
              <a:t>Say: not everything should be opened</a:t>
            </a:r>
          </a:p>
          <a:p>
            <a:r>
              <a:t>Emphasise pacing and containment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discomfort build</a:t>
            </a:r>
          </a:p>
          <a:p>
            <a:r>
              <a:t>Do not interpret too quickly</a:t>
            </a:r>
          </a:p>
          <a:p>
            <a:r>
              <a:t>Observe student anxiety</a:t>
            </a:r>
          </a:p>
          <a:p>
            <a:r>
              <a:t>Keep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Force clear decision-making</a:t>
            </a:r>
          </a:p>
          <a:p>
            <a:r>
              <a:t>Reject vague answers</a:t>
            </a:r>
          </a:p>
          <a:p>
            <a:r>
              <a:t>Highlight responsibility</a:t>
            </a:r>
          </a:p>
          <a:p>
            <a:r>
              <a:t>Contain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https://www.youtube.com/watch?v=ZV1-BMQEgG4 (1:30–6:00)</a:t>
            </a:r>
          </a:p>
          <a:p>
            <a:r>
              <a:t>Helps recognise dissociation in real time</a:t>
            </a:r>
          </a:p>
          <a:p>
            <a:r>
              <a:t>Ask: what would you now notice?</a:t>
            </a:r>
          </a:p>
          <a:p>
            <a:r>
              <a:t>Link back to Emily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Drop mid-discussion</a:t>
            </a:r>
          </a:p>
          <a:p>
            <a:r>
              <a:t>Watch shift in thinking</a:t>
            </a:r>
          </a:p>
          <a:p>
            <a:r>
              <a:t>Push reassessment</a:t>
            </a:r>
          </a:p>
          <a:p>
            <a:r>
              <a:t>Highlight escalation and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</a:t>
            </a:r>
          </a:p>
          <a:p>
            <a:r>
              <a:t>Rest</a:t>
            </a:r>
          </a:p>
          <a:p>
            <a:r>
              <a:t>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</a:t>
            </a:r>
          </a:p>
          <a:p>
            <a:r>
              <a:t>Ethics</a:t>
            </a:r>
          </a:p>
          <a:p>
            <a:r>
              <a:t>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https://www.youtube.com/@hearingvoicesnetworkengland (3–5 min clip)</a:t>
            </a:r>
          </a:p>
          <a:p>
            <a:r>
              <a:t>Shows lived complexity of voices</a:t>
            </a:r>
          </a:p>
          <a:p>
            <a:r>
              <a:t>Ask: what feels meaningful vs concerning?</a:t>
            </a:r>
          </a:p>
          <a:p>
            <a:r>
              <a:t>Prepare David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https://www.youtube.com/watch?v=-3jLiU1FgiQ</a:t>
            </a:r>
          </a:p>
          <a:p>
            <a:r>
              <a:t>Demonstrates how to ask about suicide clearly</a:t>
            </a:r>
          </a:p>
          <a:p>
            <a:r>
              <a:t>Ask: what language stood out?</a:t>
            </a:r>
          </a:p>
          <a:p>
            <a:r>
              <a:t>Shift from understanding to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dilemma land</a:t>
            </a:r>
          </a:p>
          <a:p>
            <a:r>
              <a:t>Do not resolve quickly</a:t>
            </a:r>
          </a:p>
          <a:p>
            <a:r>
              <a:t>Focus on responsibility</a:t>
            </a:r>
          </a:p>
          <a:p>
            <a:r>
              <a:t>Hold 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for concrete next steps</a:t>
            </a:r>
          </a:p>
          <a:p>
            <a:r>
              <a:t>Say: what would you do after session?</a:t>
            </a:r>
          </a:p>
          <a:p>
            <a:r>
              <a:t>Highlight supervision as essential</a:t>
            </a:r>
          </a:p>
          <a:p>
            <a:r>
              <a:t>Reject generalities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slowly</a:t>
            </a:r>
          </a:p>
          <a:p>
            <a:r>
              <a:t>Encourage empathy</a:t>
            </a:r>
          </a:p>
          <a:p>
            <a:r>
              <a:t>Observe subtle cues</a:t>
            </a:r>
          </a:p>
          <a:p>
            <a:r>
              <a:t>Do not pathologise prematurely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Increase complexity</a:t>
            </a:r>
          </a:p>
          <a:p>
            <a:r>
              <a:t>Encourage formulation thinking</a:t>
            </a:r>
          </a:p>
          <a:p>
            <a:r>
              <a:t>Ask: what has changed?</a:t>
            </a:r>
          </a:p>
          <a:p>
            <a:r>
              <a:t>Hold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decision-making</a:t>
            </a:r>
          </a:p>
          <a:p>
            <a:r>
              <a:t>Do not rescue</a:t>
            </a:r>
          </a:p>
          <a:p>
            <a:r>
              <a:t>Highlight responsibility</a:t>
            </a:r>
          </a:p>
          <a:p>
            <a:r>
              <a:t>Hold discomfort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Bring together entire weekend</a:t>
            </a:r>
          </a:p>
          <a:p>
            <a:r>
              <a:t>Say: this is the work</a:t>
            </a:r>
          </a:p>
          <a:p>
            <a:r>
              <a:t>Highlight boundaries and responsibility</a:t>
            </a:r>
          </a:p>
          <a:p>
            <a:r>
              <a:t>End with reflection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Psychopathology and Synthesis – </a:t>
            </a:r>
            <a:r>
              <a:rPr sz="1800" i="1" dirty="0"/>
              <a:t>V3.3 FULL HEAVY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from fear → thinking clearly and responsibly</a:t>
            </a:r>
          </a:p>
          <a:p>
            <a:r>
              <a:t>Understand psychopathology without reducing the person</a:t>
            </a:r>
          </a:p>
          <a:p>
            <a:r>
              <a:t>Work safely with risk, uncertainty and complexity</a:t>
            </a:r>
          </a:p>
          <a:p>
            <a:r>
              <a:t>Use psychosynthesis as a grounded clinical lens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Psychopathology –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language used across systems</a:t>
            </a:r>
          </a:p>
          <a:p>
            <a:r>
              <a:t>Supports communication with GPs, psychiatry and services</a:t>
            </a:r>
          </a:p>
          <a:p>
            <a:r>
              <a:t>Helps assess risk, severity and support needs</a:t>
            </a:r>
          </a:p>
          <a:p>
            <a:r>
              <a:t>Always partial – never the whole person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– what trainees often get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Confusing intensity of emotion with actual danger</a:t>
            </a:r>
          </a:p>
          <a:p>
            <a:r>
              <a:t>Missing quieter, more contained forms of risk</a:t>
            </a:r>
          </a:p>
          <a:p>
            <a:r>
              <a:t>Over-pathologising unusual but non-risky experience</a:t>
            </a:r>
          </a:p>
          <a:p>
            <a:r>
              <a:t>Avoiding direct questions about suicide or harm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Postpartum period with increasing confusion and distress</a:t>
            </a:r>
          </a:p>
          <a:p>
            <a:r>
              <a:t>Reports baby feels unreal and not hers</a:t>
            </a:r>
          </a:p>
          <a:p>
            <a:r>
              <a:t>Severe sleep deprivation over several days</a:t>
            </a:r>
          </a:p>
          <a:p>
            <a:r>
              <a:t>Expresses fear she may harm the child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 psychologically?</a:t>
            </a:r>
          </a:p>
          <a:p>
            <a:r>
              <a:t>What concerns you clinically right now?</a:t>
            </a:r>
          </a:p>
          <a:p>
            <a:r>
              <a:t>What would you do in your first session?</a:t>
            </a:r>
          </a:p>
          <a:p>
            <a:r>
              <a:t>What would you avoid doing?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Longden (Psychosis / meaning)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Lived experience of voices</a:t>
            </a:r>
          </a:p>
          <a:p>
            <a:r>
              <a:t>Meaning and distress can co-exist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Psychosynthesis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 or loosening of self-boundaries</a:t>
            </a:r>
          </a:p>
          <a:p>
            <a:r>
              <a:t>Overwhelming unconscious material entering awareness</a:t>
            </a:r>
          </a:p>
          <a:p>
            <a:r>
              <a:t>Loss of integration rather than loss of meaning</a:t>
            </a:r>
          </a:p>
          <a:p>
            <a:r>
              <a:t>Requires containment before exploration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– advanced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Autism / ADHD as differences in processing and regulation</a:t>
            </a:r>
          </a:p>
          <a:p>
            <a:r>
              <a:t>Masking as adaptive survival strategy</a:t>
            </a:r>
          </a:p>
          <a:p>
            <a:r>
              <a:t>Sensory overwhelm as real physiological experience</a:t>
            </a:r>
          </a:p>
          <a:p>
            <a:r>
              <a:t>Overlap with trauma, attachment and stress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Autism lived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experience often invisible</a:t>
            </a:r>
          </a:p>
          <a:p>
            <a:r>
              <a:t>Masking and sensory overload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parent struggling with organisation and missed appointments</a:t>
            </a:r>
          </a:p>
          <a:p>
            <a:r>
              <a:t>Executive dysfunction and task paralysis</a:t>
            </a:r>
          </a:p>
          <a:p>
            <a:r>
              <a:t>Financial stress with risk of housing instability</a:t>
            </a:r>
          </a:p>
          <a:p>
            <a:r>
              <a:t>Strong shame and self-criticism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might be misread as pathology?</a:t>
            </a:r>
          </a:p>
          <a:p>
            <a:r>
              <a:t>What might actually be adaptive or protective?</a:t>
            </a:r>
          </a:p>
          <a:p>
            <a:r>
              <a:t>What are the real risks here?</a:t>
            </a:r>
          </a:p>
          <a:p>
            <a:r>
              <a:t>What support would actually help?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Nick Walker – 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Autistic therapist, writer and educator</a:t>
            </a:r>
          </a:p>
          <a:p>
            <a:r>
              <a:t>Key figure in neurodiversity paradigm</a:t>
            </a:r>
          </a:p>
          <a:p>
            <a:r>
              <a:t>Frames autism as difference, not disorder</a:t>
            </a:r>
          </a:p>
          <a:p>
            <a:r>
              <a:t>Challenges deficit-based clinical models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and the 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Trauma is held in the body, not just memory</a:t>
            </a:r>
          </a:p>
          <a:p>
            <a:r>
              <a:t>Window of tolerance: hyper-arousal / hypo-arousal</a:t>
            </a:r>
          </a:p>
          <a:p>
            <a:r>
              <a:t>Dissociation as protective response</a:t>
            </a:r>
          </a:p>
          <a:p>
            <a:r>
              <a:t>Therapy can destabilise if poorly timed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presenting with self-harm and dissociation</a:t>
            </a:r>
          </a:p>
          <a:p>
            <a:r>
              <a:t>Reports losing time during sessions</a:t>
            </a:r>
          </a:p>
          <a:p>
            <a:r>
              <a:t>Academic pressure and family conflict escalating</a:t>
            </a:r>
          </a:p>
          <a:p>
            <a:r>
              <a:t>Ambivalent about engaging in therapy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 most right now?</a:t>
            </a:r>
          </a:p>
          <a:p>
            <a:r>
              <a:t>What would you prioritise next session?</a:t>
            </a:r>
          </a:p>
          <a:p>
            <a:r>
              <a:t>Do you escalate or continue?</a:t>
            </a:r>
          </a:p>
          <a:p>
            <a:r>
              <a:t>What are the risks if you get this wrong?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First-person description</a:t>
            </a:r>
          </a:p>
          <a:p>
            <a:r>
              <a:t>Subtle clinical signs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last session without contact</a:t>
            </a:r>
          </a:p>
          <a:p>
            <a:r>
              <a:t>Dissociation lasting several hours</a:t>
            </a:r>
          </a:p>
          <a:p>
            <a:r>
              <a:t>Increasing social isolation</a:t>
            </a:r>
          </a:p>
          <a:p>
            <a:r>
              <a:t>Reports not trusting herself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Hearing Voices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and distress together</a:t>
            </a:r>
          </a:p>
          <a:p>
            <a:r>
              <a:t>Ambiguity of experience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Suicide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questioning</a:t>
            </a:r>
          </a:p>
          <a:p>
            <a:r>
              <a:t>Calm, grounded tone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Severe anxiety following promotion</a:t>
            </a:r>
          </a:p>
          <a:p>
            <a:r>
              <a:t>Stockpiling medication ‘just in case’</a:t>
            </a:r>
          </a:p>
          <a:p>
            <a:r>
              <a:t>History of trauma and distrust of authority</a:t>
            </a:r>
          </a:p>
          <a:p>
            <a:r>
              <a:t>Feels trapped and unable to cope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you continue or escalate?</a:t>
            </a:r>
          </a:p>
          <a:p>
            <a:r>
              <a:t>What immediate action is required?</a:t>
            </a:r>
          </a:p>
          <a:p>
            <a:r>
              <a:t>What would you document?</a:t>
            </a:r>
          </a:p>
          <a:p>
            <a:r>
              <a:t>What support would you seek?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Case Study: ‘Michael’ –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Older client presenting with grief and isolation</a:t>
            </a:r>
          </a:p>
          <a:p>
            <a:r>
              <a:t>Possible neurodivergence</a:t>
            </a:r>
          </a:p>
          <a:p>
            <a:r>
              <a:t>Difficulty expressing emotion</a:t>
            </a:r>
          </a:p>
          <a:p>
            <a:r>
              <a:t>Relational distance from family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withdrawal and rigidity</a:t>
            </a:r>
          </a:p>
          <a:p>
            <a:r>
              <a:t>Family conflict emerging</a:t>
            </a:r>
          </a:p>
          <a:p>
            <a:r>
              <a:t>Decline in functioning</a:t>
            </a:r>
          </a:p>
          <a:p>
            <a:r>
              <a:t>Resistance to outside support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Refuses referral or external support</a:t>
            </a:r>
          </a:p>
          <a:p>
            <a:r>
              <a:t>Safeguarding concerns emerging</a:t>
            </a:r>
          </a:p>
          <a:p>
            <a:r>
              <a:t>Therapist feels increasing pressure</a:t>
            </a:r>
          </a:p>
          <a:p>
            <a:r>
              <a:t>Risk remains unclear but present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your role as therapist?</a:t>
            </a:r>
          </a:p>
          <a:p>
            <a:r>
              <a:t>Where are your limits?</a:t>
            </a:r>
          </a:p>
          <a:p>
            <a:r>
              <a:t>What is the next responsible step?</a:t>
            </a:r>
          </a:p>
          <a:p>
            <a:r>
              <a:t>How do you hold meaning AND risk?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A94D02-9B44-414A-80CB-48DB080080D6}">
  <ds:schemaRefs>
    <ds:schemaRef ds:uri="a1fa2a2e-ccb8-4b97-81d1-52fad927bd6d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6904e643-86ad-4f5e-a7f4-4b2e1f854ed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1316</Words>
  <Application>Microsoft Office PowerPoint</Application>
  <PresentationFormat>Widescreen</PresentationFormat>
  <Paragraphs>249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PowerPoint Presentation</vt:lpstr>
      <vt:lpstr>Psychopathology and Synthesis – V3.3 FULL HEAVY</vt:lpstr>
      <vt:lpstr>DAY 1 – AM</vt:lpstr>
      <vt:lpstr>What we are doing this weekend</vt:lpstr>
      <vt:lpstr>Psychopathology – working definition</vt:lpstr>
      <vt:lpstr>Risk – what trainees often get wrong</vt:lpstr>
      <vt:lpstr>Risk Case Study: ‘Terri’</vt:lpstr>
      <vt:lpstr>Task – ‘Terri’</vt:lpstr>
      <vt:lpstr>VIDEO – Longden (Psychosis / meaning)</vt:lpstr>
      <vt:lpstr>Psychosynthesis – the split</vt:lpstr>
      <vt:lpstr>BREAK – 20 MINUTES</vt:lpstr>
      <vt:lpstr>DAY 1 – PM</vt:lpstr>
      <vt:lpstr>Neurodiversity – advanced framing</vt:lpstr>
      <vt:lpstr>VIDEO – Autism lived experience</vt:lpstr>
      <vt:lpstr>Neurodiversity Case Study: ‘Ousmane’</vt:lpstr>
      <vt:lpstr>Task – ‘Ousmane’</vt:lpstr>
      <vt:lpstr>Nick Walker – Neurodiversity</vt:lpstr>
      <vt:lpstr>LUNCH – 1 HOUR</vt:lpstr>
      <vt:lpstr>DAY 2 – AM</vt:lpstr>
      <vt:lpstr>Trauma and the nervous system</vt:lpstr>
      <vt:lpstr>Trauma Scenario: ‘Emily’</vt:lpstr>
      <vt:lpstr>Task – ‘Emily’</vt:lpstr>
      <vt:lpstr>VIDEO – Dissociation</vt:lpstr>
      <vt:lpstr>NEW INFORMATION – ‘Emily’</vt:lpstr>
      <vt:lpstr>BREAK – 20 MINUTES</vt:lpstr>
      <vt:lpstr>DAY 2 – PM</vt:lpstr>
      <vt:lpstr>VIDEO – Hearing Voices</vt:lpstr>
      <vt:lpstr>VIDEO – Suicide conversation</vt:lpstr>
      <vt:lpstr>Risk Case Study: ‘David’</vt:lpstr>
      <vt:lpstr>Task – ‘David’</vt:lpstr>
      <vt:lpstr>Integration Case Study: ‘Michael’ – Stage 1</vt:lpstr>
      <vt:lpstr>Stage 2 – ‘Michael’</vt:lpstr>
      <vt:lpstr>Stage 3 – ‘Michael’</vt:lpstr>
      <vt:lpstr>Final Integration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16</cp:revision>
  <cp:lastPrinted>2026-04-06T08:12:57Z</cp:lastPrinted>
  <dcterms:created xsi:type="dcterms:W3CDTF">2020-02-24T12:13:07Z</dcterms:created>
  <dcterms:modified xsi:type="dcterms:W3CDTF">2026-04-06T08:14:34Z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