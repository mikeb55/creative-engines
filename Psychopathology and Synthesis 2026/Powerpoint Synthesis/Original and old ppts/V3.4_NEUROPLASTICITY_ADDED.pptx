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257" r:id="rId6"/>
    <p:sldId id="388" r:id="rId7"/>
    <p:sldId id="389" r:id="rId14"/>
    <p:sldId id="390" r:id="rId15"/>
    <p:sldId id="391" r:id="rId16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therapy works through repetition and relationship over time</a:t>
            </a:r>
          </a:p>
          <a:p>
            <a:r>
              <a:t>Say: trauma patterns are often deeply reinforced and hard to shift</a:t>
            </a:r>
          </a:p>
          <a:p>
            <a:r>
              <a:t>Say: more plasticity can also mean instability or overwhelm</a:t>
            </a:r>
          </a:p>
          <a:p>
            <a:r>
              <a:t>Introduce psychedelics as emerging research, not established practice</a:t>
            </a:r>
          </a:p>
          <a:p>
            <a:r>
              <a:t>Say clearly: this is NOT something you offer as a counsellor</a:t>
            </a:r>
          </a:p>
          <a:p>
            <a:r>
              <a:t>Emphasise: this work is medically supervised and tightly controlled</a:t>
            </a:r>
          </a:p>
          <a:p>
            <a:r>
              <a:t>Do NOT frame psychedelics as a solution or shortcut</a:t>
            </a:r>
          </a:p>
          <a:p>
            <a:r>
              <a:t>Do NOT invite debate or personal opinions in the room</a:t>
            </a:r>
          </a:p>
          <a:p>
            <a:r>
              <a:t>Link back: our role is containment, pacing, relationship</a:t>
            </a:r>
          </a:p>
          <a:p>
            <a:r>
              <a:t>Close: this is context, not a method you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 – V3.4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Neuroplasticity, Trauma &amp; Psychedelics (Context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Brains change through repetition (plasticity)</a:t>
            </a:r>
          </a:p>
          <a:p>
            <a:r>
              <a:t>Trauma/addiction can reinforce rigid patterns</a:t>
            </a:r>
          </a:p>
          <a:p>
            <a:r>
              <a:t>More plasticity is not always helpful</a:t>
            </a:r>
          </a:p>
          <a:p>
            <a:r>
              <a:t>Psychedelic therapies may increase flexibility</a:t>
            </a:r>
          </a:p>
          <a:p>
            <a:r>
              <a:t>Outside counsellor scope (medical context)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14</cp:revision>
  <dcterms:created xsi:type="dcterms:W3CDTF">2020-02-24T12:13:07Z</dcterms:created>
  <dcterms:modified xsi:type="dcterms:W3CDTF">2026-04-05T18:33:22Z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