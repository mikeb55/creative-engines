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</a:t>
            </a:r>
          </a:p>
          <a:p>
            <a:r>
              <a:t>Set tone: reduce fear</a:t>
            </a:r>
          </a:p>
          <a:p>
            <a:r>
              <a:t>Not about diagnosing</a:t>
            </a:r>
          </a:p>
          <a:p>
            <a:r>
              <a:t>About thinking and responsibility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anxiety directly</a:t>
            </a:r>
          </a:p>
          <a:p>
            <a:r>
              <a:t>Normalise uncertainty</a:t>
            </a:r>
          </a:p>
          <a:p>
            <a:r>
              <a:t>Position yourself as guide not expert</a:t>
            </a:r>
          </a:p>
          <a:p>
            <a:r>
              <a:t>Keep tone calm and human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abstract theory</a:t>
            </a:r>
          </a:p>
          <a:p>
            <a:r>
              <a:t>Use simple example</a:t>
            </a:r>
          </a:p>
          <a:p>
            <a:r>
              <a:t>Challenge anti-psychiatry stance gently</a:t>
            </a:r>
          </a:p>
          <a:p>
            <a:r>
              <a:t>Keep practical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contrasting examples</a:t>
            </a:r>
          </a:p>
          <a:p>
            <a:r>
              <a:t>Highlight common misreads</a:t>
            </a:r>
          </a:p>
          <a:p>
            <a:r>
              <a:t>Keep it simple</a:t>
            </a:r>
          </a:p>
          <a:p>
            <a:r>
              <a:t>Set up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role boundaries</a:t>
            </a:r>
          </a:p>
          <a:p>
            <a:r>
              <a:t>Introduce will</a:t>
            </a:r>
          </a:p>
          <a:p>
            <a:r>
              <a:t>Reinforce supervision</a:t>
            </a:r>
          </a:p>
          <a:p>
            <a:r>
              <a:t>Keep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silence happen</a:t>
            </a:r>
          </a:p>
          <a:p>
            <a:r>
              <a:t>Do not rescue</a:t>
            </a:r>
          </a:p>
          <a:p>
            <a:r>
              <a:t>Observe group anxiety</a:t>
            </a:r>
          </a:p>
          <a:p>
            <a:r>
              <a:t>Debrief slowly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simply</a:t>
            </a:r>
          </a:p>
          <a:p>
            <a:r>
              <a:t>Link to psychosis carefully</a:t>
            </a:r>
          </a:p>
          <a:p>
            <a:r>
              <a:t>Avoid over-spiritualising</a:t>
            </a:r>
          </a:p>
          <a:p>
            <a:r>
              <a:t>Bridge to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Nelson</a:t>
            </a:r>
          </a:p>
          <a:p>
            <a:r>
              <a:t>Bring in environment</a:t>
            </a:r>
          </a:p>
          <a:p>
            <a:r>
              <a:t>Avoid theory overload</a:t>
            </a:r>
          </a:p>
          <a:p>
            <a:r>
              <a:t>Keep clinical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real examples</a:t>
            </a:r>
          </a:p>
          <a:p>
            <a:r>
              <a:t>Emphasise uncertainty</a:t>
            </a:r>
          </a:p>
          <a:p>
            <a:r>
              <a:t>Link to responsibility</a:t>
            </a:r>
          </a:p>
          <a:p>
            <a:r>
              <a:t>Keep concise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groups focused</a:t>
            </a:r>
          </a:p>
          <a:p>
            <a:r>
              <a:t>Push for specifics</a:t>
            </a:r>
          </a:p>
          <a:p>
            <a:r>
              <a:t>Avoid long discussion drift</a:t>
            </a:r>
          </a:p>
          <a:p>
            <a:r>
              <a:t>Bring back to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assumptions</a:t>
            </a:r>
          </a:p>
          <a:p>
            <a:r>
              <a:t>Use lived examples</a:t>
            </a:r>
          </a:p>
          <a:p>
            <a:r>
              <a:t>Avoid labels dominance</a:t>
            </a:r>
          </a:p>
          <a:p>
            <a:r>
              <a:t>Link to clients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distinctions</a:t>
            </a:r>
          </a:p>
          <a:p>
            <a:r>
              <a:t>Use simple language</a:t>
            </a:r>
          </a:p>
          <a:p>
            <a:r>
              <a:t>Keep grounded</a:t>
            </a:r>
          </a:p>
          <a:p>
            <a:r>
              <a:t>Avoid jargon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debate</a:t>
            </a:r>
          </a:p>
          <a:p>
            <a:r>
              <a:t>Highlight misinterpretation</a:t>
            </a:r>
          </a:p>
          <a:p>
            <a:r>
              <a:t>Push to action</a:t>
            </a:r>
          </a:p>
          <a:p>
            <a:r>
              <a:t>Summarise clearly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too much theory</a:t>
            </a:r>
          </a:p>
          <a:p>
            <a:r>
              <a:t>Use body examples</a:t>
            </a:r>
          </a:p>
          <a:p>
            <a:r>
              <a:t>Link to practice</a:t>
            </a:r>
          </a:p>
          <a:p>
            <a:r>
              <a:t>Keep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concrete signs</a:t>
            </a:r>
          </a:p>
          <a:p>
            <a:r>
              <a:t>Normalise confusion</a:t>
            </a:r>
          </a:p>
          <a:p>
            <a:r>
              <a:t>Link to safety</a:t>
            </a:r>
          </a:p>
          <a:p>
            <a:r>
              <a:t>Keep 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escalation</a:t>
            </a:r>
          </a:p>
          <a:p>
            <a:r>
              <a:t>Observe reactions</a:t>
            </a:r>
          </a:p>
          <a:p>
            <a:r>
              <a:t>Push decisions</a:t>
            </a:r>
          </a:p>
          <a:p>
            <a:r>
              <a:t>Contain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teaching EMDR</a:t>
            </a:r>
          </a:p>
          <a:p>
            <a:r>
              <a:t>Focus on limits</a:t>
            </a:r>
          </a:p>
          <a:p>
            <a:r>
              <a:t>Reinforce safety</a:t>
            </a:r>
          </a:p>
          <a:p>
            <a:r>
              <a:t>Keep brief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and calm</a:t>
            </a:r>
          </a:p>
          <a:p>
            <a:r>
              <a:t>Model language</a:t>
            </a:r>
          </a:p>
          <a:p>
            <a:r>
              <a:t>Reduce fear</a:t>
            </a:r>
          </a:p>
          <a:p>
            <a:r>
              <a:t>Keep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decisions</a:t>
            </a:r>
          </a:p>
          <a:p>
            <a:r>
              <a:t>Avoid vagueness</a:t>
            </a:r>
          </a:p>
          <a:p>
            <a:r>
              <a:t>Link to responsibility</a:t>
            </a:r>
          </a:p>
          <a:p>
            <a:r>
              <a:t>Summarise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it breathe</a:t>
            </a:r>
          </a:p>
          <a:p>
            <a:r>
              <a:t>Do not rush</a:t>
            </a:r>
          </a:p>
          <a:p>
            <a:r>
              <a:t>Hold complexity</a:t>
            </a:r>
          </a:p>
          <a:p>
            <a:r>
              <a:t>Facilitate not lead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ending</a:t>
            </a:r>
          </a:p>
          <a:p>
            <a:r>
              <a:t>Reflect learning</a:t>
            </a:r>
          </a:p>
          <a:p>
            <a:r>
              <a:t>Affirm growth</a:t>
            </a:r>
          </a:p>
          <a:p>
            <a:r>
              <a:t>Close calmly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V2.2 – Full Weekend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fear of psychopathology</a:t>
            </a:r>
          </a:p>
          <a:p>
            <a:r>
              <a:t>Not training diagnosis</a:t>
            </a:r>
          </a:p>
          <a:p>
            <a:r>
              <a:t>Focus: thinking and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Psychopathology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language, not identity</a:t>
            </a:r>
          </a:p>
          <a:p>
            <a:r>
              <a:t>Supports communication</a:t>
            </a:r>
          </a:p>
          <a:p>
            <a:r>
              <a:t>Supports risk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Reframed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and relational</a:t>
            </a:r>
          </a:p>
          <a:p>
            <a:r>
              <a:t>Intensity ≠ danger</a:t>
            </a:r>
          </a:p>
          <a:p>
            <a:r>
              <a:t>Quiet cases can be high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Therapist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passive</a:t>
            </a:r>
          </a:p>
          <a:p>
            <a:r>
              <a:t>Not crisis service</a:t>
            </a:r>
          </a:p>
          <a:p>
            <a:r>
              <a:t>Responsible and boundaried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– What Are We Looking 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happening?</a:t>
            </a:r>
          </a:p>
          <a:p>
            <a:r>
              <a:t>What else might this be?</a:t>
            </a:r>
          </a:p>
          <a:p>
            <a:r>
              <a:t>Where is the risk?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Nelson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of self</a:t>
            </a:r>
          </a:p>
          <a:p>
            <a:r>
              <a:t>Porous boundaries</a:t>
            </a:r>
          </a:p>
          <a:p>
            <a:r>
              <a:t>Overwhelming unconscious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Sonja –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matters</a:t>
            </a:r>
          </a:p>
          <a:p>
            <a:r>
              <a:t>Avoid false hierarchy</a:t>
            </a:r>
          </a:p>
          <a:p>
            <a:r>
              <a:t>Social factors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Suitability</a:t>
            </a:r>
          </a:p>
          <a:p>
            <a:r>
              <a:t>Contraindications</a:t>
            </a:r>
          </a:p>
          <a:p>
            <a:r>
              <a:t>Formulation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Ambiguous presentation</a:t>
            </a:r>
          </a:p>
          <a:p>
            <a:r>
              <a:t>What might be misread?</a:t>
            </a:r>
          </a:p>
          <a:p>
            <a:r>
              <a:t>Where is risk?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not deficit</a:t>
            </a:r>
          </a:p>
          <a:p>
            <a:r>
              <a:t>Autism ADHD AuDHD</a:t>
            </a:r>
          </a:p>
          <a:p>
            <a:r>
              <a:t>Masking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Trauma vs ND</a:t>
            </a:r>
          </a:p>
          <a:p>
            <a:r>
              <a:t>Relational patterns</a:t>
            </a:r>
          </a:p>
          <a:p>
            <a:r>
              <a:t>Internal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happening?</a:t>
            </a:r>
          </a:p>
          <a:p>
            <a:r>
              <a:t>What might be missed?</a:t>
            </a:r>
          </a:p>
          <a:p>
            <a:r>
              <a:t>What would you 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Nervous system focus</a:t>
            </a:r>
          </a:p>
          <a:p>
            <a:r>
              <a:t>Window of tolerance</a:t>
            </a:r>
          </a:p>
          <a:p>
            <a:r>
              <a:t>Destabilisation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Subtle vs overt</a:t>
            </a:r>
          </a:p>
          <a:p>
            <a:r>
              <a:t>In-session signs</a:t>
            </a:r>
          </a:p>
          <a:p>
            <a:r>
              <a:t>Risk of missing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you?</a:t>
            </a:r>
          </a:p>
          <a:p>
            <a:r>
              <a:t>What next?</a:t>
            </a:r>
          </a:p>
          <a:p>
            <a:r>
              <a:t>New info changes?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EMDR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only</a:t>
            </a:r>
          </a:p>
          <a:p>
            <a:r>
              <a:t>Stabilisation first</a:t>
            </a:r>
          </a:p>
          <a:p>
            <a:r>
              <a:t>When not to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Suicide &amp;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Ideation intent plan</a:t>
            </a:r>
          </a:p>
          <a:p>
            <a:r>
              <a:t>Direct enquiry</a:t>
            </a:r>
          </a:p>
          <a:p>
            <a:r>
              <a:t>When to escalate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Risk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or escalate?</a:t>
            </a:r>
          </a:p>
          <a:p>
            <a:r>
              <a:t>What action?</a:t>
            </a:r>
          </a:p>
          <a:p>
            <a:r>
              <a:t>What record?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Case –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 presentation</a:t>
            </a:r>
          </a:p>
          <a:p>
            <a:r>
              <a:t>Stage 2 complication</a:t>
            </a:r>
          </a:p>
          <a:p>
            <a:r>
              <a:t>Stage 3 dilemma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Holding complexity</a:t>
            </a:r>
          </a:p>
          <a:p>
            <a:r>
              <a:t>Psychosynthesis in practice</a:t>
            </a:r>
          </a:p>
          <a:p>
            <a:r>
              <a:t>Confidence going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