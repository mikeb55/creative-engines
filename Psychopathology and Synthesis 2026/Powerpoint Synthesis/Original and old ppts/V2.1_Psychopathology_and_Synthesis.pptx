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Psychopathology and Synthesis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V2.1 – Weekend Training (PET)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AM – Opening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Reducing fear of psychopathology</a:t>
            </a:r>
          </a:p>
          <a:p>
            <a:pPr/>
            <a:r>
              <a:t>You are not being trained to diagnose</a:t>
            </a:r>
          </a:p>
          <a:p>
            <a:pPr/>
            <a:r>
              <a:t>Focus: thinking, noticing, acting responsibly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Psychopathology Is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Shared language, not identity</a:t>
            </a:r>
          </a:p>
          <a:p>
            <a:pPr/>
            <a:r>
              <a:t>Supports communication and referral</a:t>
            </a:r>
          </a:p>
          <a:p>
            <a:pPr/>
            <a:r>
              <a:t>Avoid rejection vs over-identification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Reframed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Dynamic and relational</a:t>
            </a:r>
          </a:p>
          <a:p>
            <a:pPr/>
            <a:r>
              <a:t>Intensity ≠ danger</a:t>
            </a:r>
          </a:p>
          <a:p>
            <a:pPr/>
            <a:r>
              <a:t>Ideation vs intent vs plan (intro)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Therapist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Not passive, not crisis service</a:t>
            </a:r>
          </a:p>
          <a:p>
            <a:pPr/>
            <a:r>
              <a:t>Responsible and boundaried</a:t>
            </a:r>
          </a:p>
          <a:p>
            <a:pPr/>
            <a:r>
              <a:t>Psychosynthesis: observing self, will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– What’s the Risk Actually?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What feels risky?</a:t>
            </a:r>
          </a:p>
          <a:p>
            <a:pPr/>
            <a:r>
              <a:t>What is actually risky?</a:t>
            </a:r>
          </a:p>
          <a:p>
            <a:pPr/>
            <a:r>
              <a:t>What is not risk?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Suitability and contraindications</a:t>
            </a:r>
          </a:p>
          <a:p>
            <a:pPr/>
            <a:r>
              <a:t>Transference/countertransference</a:t>
            </a:r>
          </a:p>
          <a:p>
            <a:pPr/>
            <a:r>
              <a:t>Early formulation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Short Cases – Neurodiversity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Ambiguous presentation</a:t>
            </a:r>
          </a:p>
          <a:p>
            <a:pPr/>
            <a:r>
              <a:t>What might be misread?</a:t>
            </a:r>
          </a:p>
          <a:p>
            <a:pPr/>
            <a:r>
              <a:t>Where is risk?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Neurodiversity Reframed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Difference not deficit</a:t>
            </a:r>
          </a:p>
          <a:p>
            <a:pPr/>
            <a:r>
              <a:t>Autism, ADHD, AuDHD</a:t>
            </a:r>
          </a:p>
          <a:p>
            <a:pPr/>
            <a:r>
              <a:t>Masking and sensory overload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Emotional Regulation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Trauma vs developmental vs ND</a:t>
            </a:r>
          </a:p>
          <a:p>
            <a:pPr/>
            <a:r>
              <a:t>Relational patterns over labels</a:t>
            </a:r>
          </a:p>
          <a:p>
            <a:pPr/>
            <a:r>
              <a:t>Subpersonalities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– Neurodiversity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What is happening?</a:t>
            </a:r>
          </a:p>
          <a:p>
            <a:pPr/>
            <a:r>
              <a:t>What might be misinterpreted?</a:t>
            </a:r>
          </a:p>
          <a:p>
            <a:pPr/>
            <a:r>
              <a:t>What would you do?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AM – Trauma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Nervous system focus</a:t>
            </a:r>
          </a:p>
          <a:p>
            <a:pPr/>
            <a:r>
              <a:t>Window of tolerance</a:t>
            </a:r>
          </a:p>
          <a:p>
            <a:pPr/>
            <a:r>
              <a:t>Destabilisation risk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Subtle vs overt</a:t>
            </a:r>
          </a:p>
          <a:p>
            <a:pPr/>
            <a:r>
              <a:t>How it appears in session</a:t>
            </a:r>
          </a:p>
          <a:p>
            <a:pPr/>
            <a:r>
              <a:t>Risks of missing 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– Trauma/Dissociation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What concerns you?</a:t>
            </a:r>
          </a:p>
          <a:p>
            <a:pPr/>
            <a:r>
              <a:t>New info added</a:t>
            </a:r>
          </a:p>
          <a:p>
            <a:pPr/>
            <a:r>
              <a:t>What changes?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EMDR Orientation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Overview only</a:t>
            </a:r>
          </a:p>
          <a:p>
            <a:pPr/>
            <a:r>
              <a:t>Stabilisation first</a:t>
            </a:r>
          </a:p>
          <a:p>
            <a:pPr/>
            <a:r>
              <a:t>Contraindications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Suicide &amp;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Ideation vs intent vs plan</a:t>
            </a:r>
          </a:p>
          <a:p>
            <a:pPr/>
            <a:r>
              <a:t>Direct enquiry</a:t>
            </a:r>
          </a:p>
          <a:p>
            <a:pPr/>
            <a:r>
              <a:t>When to escalate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– Risk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Continue or escalate?</a:t>
            </a:r>
          </a:p>
          <a:p>
            <a:pPr/>
            <a:r>
              <a:t>What action now?</a:t>
            </a:r>
          </a:p>
          <a:p>
            <a:pPr/>
            <a:r>
              <a:t>What documentation?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 Case –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Stage 1: presentation</a:t>
            </a:r>
          </a:p>
          <a:p>
            <a:pPr/>
            <a:r>
              <a:t>Stage 2: complication</a:t>
            </a:r>
          </a:p>
          <a:p>
            <a:pPr/>
            <a:r>
              <a:t>Stage 3: ethical dilemma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Psychosynthesis in practice</a:t>
            </a:r>
          </a:p>
          <a:p>
            <a:pPr/>
            <a:r>
              <a:t>Holding complexity</a:t>
            </a:r>
          </a:p>
          <a:p>
            <a:pPr/>
            <a:r>
              <a:t>Confidence going forward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