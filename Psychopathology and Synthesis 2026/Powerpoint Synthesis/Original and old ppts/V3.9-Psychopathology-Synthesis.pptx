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406" r:id="rId31"/>
    <p:sldId id="407" r:id="rId32"/>
    <p:sldId id="408" r:id="rId33"/>
    <p:sldId id="409" r:id="rId34"/>
    <p:sldId id="410" r:id="rId35"/>
    <p:sldId id="411" r:id="rId36"/>
    <p:sldId id="412" r:id="rId37"/>
    <p:sldId id="413" r:id="rId38"/>
    <p:sldId id="414" r:id="rId39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Framing the weekend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Psychopathology as descriptive language</a:t>
            </a:r>
          </a:p>
          <a:p>
            <a:r>
              <a:t>Meaning and risk held together</a:t>
            </a:r>
          </a:p>
          <a:p>
            <a:r>
              <a:t>Working without over-reliance on diagnosis</a:t>
            </a:r>
          </a:p>
          <a:p>
            <a:r>
              <a:t>Psychosynthesis as integrative frame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Psychopathology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Helps communication across services</a:t>
            </a:r>
          </a:p>
          <a:p>
            <a:r>
              <a:t>Does not define the whole person</a:t>
            </a:r>
          </a:p>
          <a:p>
            <a:r>
              <a:t>Supports formulation and risk thinking</a:t>
            </a:r>
          </a:p>
          <a:p>
            <a:r>
              <a:t>Used alongside relational understanding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Dynamic not fixed</a:t>
            </a:r>
          </a:p>
          <a:p>
            <a:r>
              <a:t>Quiet risk often missed</a:t>
            </a:r>
          </a:p>
          <a:p>
            <a:r>
              <a:t>Ask directly about suicide</a:t>
            </a:r>
          </a:p>
          <a:p>
            <a:r>
              <a:t>Responsibility sits with therapist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Shame — "Leah"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Presenting problem vs maintaining patterns</a:t>
            </a:r>
          </a:p>
          <a:p>
            <a:r>
              <a:t>Role of shame and avoidance</a:t>
            </a:r>
          </a:p>
          <a:p>
            <a:r>
              <a:t>Context: family, work, identity</a:t>
            </a:r>
          </a:p>
          <a:p>
            <a:r>
              <a:t>Balancing meaning with safety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Difference not deficit</a:t>
            </a:r>
          </a:p>
          <a:p>
            <a:r>
              <a:t>Executive functioning + sensory processing</a:t>
            </a:r>
          </a:p>
          <a:p>
            <a:r>
              <a:t>Masking and burnout</a:t>
            </a:r>
          </a:p>
          <a:p>
            <a:r>
              <a:t>Overlap with trauma and anxiety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Misdiagnosis and over-pathologising</a:t>
            </a:r>
          </a:p>
          <a:p>
            <a:r>
              <a:t>Shame and identity issues</a:t>
            </a:r>
          </a:p>
          <a:p>
            <a:r>
              <a:t>Functional impairment vs difference</a:t>
            </a:r>
          </a:p>
          <a:p>
            <a:r>
              <a:t>Working without certainty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Neurodiversity — "Ousmane"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practically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Structure and predictability</a:t>
            </a:r>
          </a:p>
          <a:p>
            <a:r>
              <a:t>Reducing overwhelm</a:t>
            </a:r>
          </a:p>
          <a:p>
            <a:r>
              <a:t>Environmental adjustments</a:t>
            </a:r>
          </a:p>
          <a:p>
            <a:r>
              <a:t>Supporting agency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Held in nervous system</a:t>
            </a:r>
          </a:p>
          <a:p>
            <a:r>
              <a:t>Affects regulation and perception</a:t>
            </a:r>
          </a:p>
          <a:p>
            <a:r>
              <a:t>Triggers and reactivity</a:t>
            </a:r>
          </a:p>
          <a:p>
            <a:r>
              <a:t>Relational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Dissociation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Protective response</a:t>
            </a:r>
          </a:p>
          <a:p>
            <a:r>
              <a:t>Loss of continuity</a:t>
            </a:r>
          </a:p>
          <a:p>
            <a:r>
              <a:t>Often hidden</a:t>
            </a:r>
          </a:p>
          <a:p>
            <a:r>
              <a:t>Linked to risk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Dissociation — "Emily"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Neuroplasticity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Repetition shapes patterns</a:t>
            </a:r>
          </a:p>
          <a:p>
            <a:r>
              <a:t>Trauma reinforces responses</a:t>
            </a:r>
          </a:p>
          <a:p>
            <a:r>
              <a:t>Change requires repetition</a:t>
            </a:r>
          </a:p>
          <a:p>
            <a:r>
              <a:t>Stability before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Stabilise before explore</a:t>
            </a:r>
          </a:p>
          <a:p>
            <a:r>
              <a:t>Grounding and pacing</a:t>
            </a:r>
          </a:p>
          <a:p>
            <a:r>
              <a:t>Reduce overwhelm</a:t>
            </a:r>
          </a:p>
          <a:p>
            <a:r>
              <a:t>Monitor risk closely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Risk — "David"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to escalate</a:t>
            </a:r>
          </a:p>
          <a:p>
            <a:r>
              <a:t>Documentation and responsibility</a:t>
            </a:r>
          </a:p>
          <a:p>
            <a:r>
              <a:t>Consultation and supervision</a:t>
            </a:r>
          </a:p>
          <a:p>
            <a:r>
              <a:t>Balancing autonomy and safety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Ambiguity — "Michael"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uncertainty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clear answers</a:t>
            </a:r>
          </a:p>
          <a:p>
            <a:r>
              <a:t>Therapist anxiety matters</a:t>
            </a:r>
          </a:p>
          <a:p>
            <a:r>
              <a:t>Act vs hold tension</a:t>
            </a:r>
          </a:p>
          <a:p>
            <a:r>
              <a:t>Ethical responsibility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Meaning and pathology</a:t>
            </a:r>
          </a:p>
          <a:p>
            <a:r>
              <a:t>Relational work</a:t>
            </a:r>
          </a:p>
          <a:p>
            <a:r>
              <a:t>Limits of therapy</a:t>
            </a:r>
          </a:p>
          <a:p>
            <a:r>
              <a:t>Clear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14</cp:revision>
  <dcterms:created xsi:type="dcterms:W3CDTF">2020-02-24T12:13:07Z</dcterms:created>
  <dcterms:modified xsi:type="dcterms:W3CDTF">2026-04-05T18:33:22Z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