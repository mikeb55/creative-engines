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April 2026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15</cp:revision>
  <dcterms:created xsi:type="dcterms:W3CDTF">2020-02-24T12:13:07Z</dcterms:created>
  <dcterms:modified xsi:type="dcterms:W3CDTF">2026-04-08T07:49:06Z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